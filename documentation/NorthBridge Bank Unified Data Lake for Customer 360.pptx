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97748" y="1994707"/>
            <a:ext cx="5715000" cy="3540095"/>
          </a:xfrm>
          <a:custGeom>
            <a:avLst/>
            <a:gdLst/>
            <a:ahLst/>
            <a:cxnLst/>
            <a:rect l="0" t="0" r="0" b="0"/>
            <a:pathLst>
              <a:path w="5715000" h="3540095">
                <a:moveTo>
                  <a:pt x="0" y="1712897"/>
                </a:moveTo>
                <a:cubicBezTo>
                  <a:pt x="63125" y="1712897"/>
                  <a:pt x="114300" y="1661723"/>
                  <a:pt x="114300" y="1598597"/>
                </a:cubicBezTo>
                <a:lnTo>
                  <a:pt x="114300" y="1141397"/>
                </a:lnTo>
                <a:moveTo>
                  <a:pt x="5715000" y="1712897"/>
                </a:moveTo>
                <a:cubicBezTo>
                  <a:pt x="5651874" y="1712897"/>
                  <a:pt x="5600700" y="1661723"/>
                  <a:pt x="5600700" y="1598597"/>
                </a:cubicBezTo>
                <a:lnTo>
                  <a:pt x="5600700" y="1141397"/>
                </a:lnTo>
                <a:moveTo>
                  <a:pt x="1943100" y="1598597"/>
                </a:moveTo>
                <a:lnTo>
                  <a:pt x="1943100" y="832115"/>
                </a:lnTo>
                <a:cubicBezTo>
                  <a:pt x="1943100" y="389166"/>
                  <a:pt x="1564237" y="26897"/>
                  <a:pt x="1085850" y="0"/>
                </a:cubicBezTo>
                <a:moveTo>
                  <a:pt x="1943100" y="1941497"/>
                </a:moveTo>
                <a:lnTo>
                  <a:pt x="1943100" y="2707980"/>
                </a:lnTo>
                <a:cubicBezTo>
                  <a:pt x="1943100" y="3150929"/>
                  <a:pt x="2321962" y="3513198"/>
                  <a:pt x="2800350" y="3540095"/>
                </a:cubicBezTo>
                <a:moveTo>
                  <a:pt x="3771900" y="1941497"/>
                </a:moveTo>
                <a:lnTo>
                  <a:pt x="3771900" y="2707980"/>
                </a:lnTo>
                <a:cubicBezTo>
                  <a:pt x="3771900" y="3150929"/>
                  <a:pt x="3393037" y="3513198"/>
                  <a:pt x="2914650" y="3540095"/>
                </a:cubicBezTo>
                <a:moveTo>
                  <a:pt x="3771900" y="1598597"/>
                </a:moveTo>
                <a:lnTo>
                  <a:pt x="3771900" y="832115"/>
                </a:lnTo>
                <a:cubicBezTo>
                  <a:pt x="3771900" y="389166"/>
                  <a:pt x="4150762" y="26897"/>
                  <a:pt x="4629150" y="0"/>
                </a:cubicBezTo>
                <a:moveTo>
                  <a:pt x="971550" y="0"/>
                </a:moveTo>
                <a:cubicBezTo>
                  <a:pt x="505323" y="26213"/>
                  <a:pt x="133625" y="370966"/>
                  <a:pt x="115029" y="798497"/>
                </a:cubicBezTo>
                <a:moveTo>
                  <a:pt x="4743450" y="0"/>
                </a:moveTo>
                <a:cubicBezTo>
                  <a:pt x="5209677" y="26213"/>
                  <a:pt x="5581374" y="370966"/>
                  <a:pt x="5599970" y="798497"/>
                </a:cubicBezTo>
              </a:path>
            </a:pathLst>
          </a:custGeom>
          <a:noFill/>
          <a:ln w="14287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764423" y="2888456"/>
            <a:ext cx="5581650" cy="962025"/>
          </a:xfrm>
          <a:custGeom>
            <a:avLst/>
            <a:gdLst/>
            <a:ahLst/>
            <a:cxnLst/>
            <a:rect l="0" t="0" r="0" b="0"/>
            <a:pathLst>
              <a:path w="5581650" h="962025">
                <a:moveTo>
                  <a:pt x="3705225" y="962025"/>
                </a:moveTo>
                <a:lnTo>
                  <a:pt x="3705225" y="790575"/>
                </a:lnTo>
                <a:moveTo>
                  <a:pt x="3705225" y="790575"/>
                </a:moveTo>
                <a:lnTo>
                  <a:pt x="3657600" y="838200"/>
                </a:lnTo>
                <a:moveTo>
                  <a:pt x="3705225" y="790575"/>
                </a:moveTo>
                <a:lnTo>
                  <a:pt x="3752850" y="838200"/>
                </a:lnTo>
                <a:moveTo>
                  <a:pt x="47625" y="171450"/>
                </a:moveTo>
                <a:lnTo>
                  <a:pt x="47625" y="0"/>
                </a:lnTo>
                <a:moveTo>
                  <a:pt x="47625" y="0"/>
                </a:moveTo>
                <a:lnTo>
                  <a:pt x="0" y="47625"/>
                </a:lnTo>
                <a:moveTo>
                  <a:pt x="47625" y="0"/>
                </a:moveTo>
                <a:lnTo>
                  <a:pt x="95250" y="47625"/>
                </a:lnTo>
                <a:moveTo>
                  <a:pt x="5534025" y="0"/>
                </a:moveTo>
                <a:lnTo>
                  <a:pt x="5534025" y="171450"/>
                </a:lnTo>
                <a:moveTo>
                  <a:pt x="5534025" y="171450"/>
                </a:moveTo>
                <a:lnTo>
                  <a:pt x="5581650" y="123825"/>
                </a:lnTo>
                <a:moveTo>
                  <a:pt x="5534025" y="171450"/>
                </a:moveTo>
                <a:lnTo>
                  <a:pt x="5486400" y="123825"/>
                </a:lnTo>
                <a:moveTo>
                  <a:pt x="1876425" y="790575"/>
                </a:moveTo>
                <a:lnTo>
                  <a:pt x="1876425" y="962025"/>
                </a:lnTo>
                <a:moveTo>
                  <a:pt x="1876425" y="962025"/>
                </a:moveTo>
                <a:lnTo>
                  <a:pt x="1924050" y="914400"/>
                </a:lnTo>
                <a:moveTo>
                  <a:pt x="1876425" y="962025"/>
                </a:moveTo>
                <a:lnTo>
                  <a:pt x="1828800" y="914400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Group 5"/>
          <p:cNvGrpSpPr/>
          <p:nvPr/>
        </p:nvGrpSpPr>
        <p:grpSpPr>
          <a:xfrm>
            <a:off x="1926346" y="1935956"/>
            <a:ext cx="1600200" cy="3600450"/>
            <a:chOff x="1257298" y="1143000"/>
            <a:chExt cx="1600200" cy="3600450"/>
          </a:xfrm>
        </p:grpSpPr>
        <p:sp>
          <p:nvSpPr>
            <p:cNvPr id="4" name="Rounded Rectangle 3"/>
            <p:cNvSpPr/>
            <p:nvPr/>
          </p:nvSpPr>
          <p:spPr>
            <a:xfrm>
              <a:off x="1257298" y="1314450"/>
              <a:ext cx="1600200" cy="3429000"/>
            </a:xfrm>
            <a:custGeom>
              <a:avLst/>
              <a:gdLst/>
              <a:ahLst/>
              <a:cxnLst/>
              <a:rect l="0" t="0" r="0" b="0"/>
              <a:pathLst>
                <a:path w="1600200" h="3429000">
                  <a:moveTo>
                    <a:pt x="1600200" y="2756649"/>
                  </a:moveTo>
                  <a:cubicBezTo>
                    <a:pt x="1600200" y="3127981"/>
                    <a:pt x="1241983" y="3429000"/>
                    <a:pt x="800100" y="3429000"/>
                  </a:cubicBezTo>
                  <a:cubicBezTo>
                    <a:pt x="358216" y="3429000"/>
                    <a:pt x="9" y="3127981"/>
                    <a:pt x="9" y="2756649"/>
                  </a:cubicBezTo>
                  <a:lnTo>
                    <a:pt x="9" y="672350"/>
                  </a:ln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756649"/>
                  </a:ln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000248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DE843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926347" y="1935956"/>
            <a:ext cx="1600200" cy="3600448"/>
            <a:chOff x="1257299" y="1143000"/>
            <a:chExt cx="1600200" cy="3600448"/>
          </a:xfrm>
        </p:grpSpPr>
        <p:sp>
          <p:nvSpPr>
            <p:cNvPr id="7" name="Rounded Rectangle 6"/>
            <p:cNvSpPr/>
            <p:nvPr/>
          </p:nvSpPr>
          <p:spPr>
            <a:xfrm>
              <a:off x="1257299" y="1314450"/>
              <a:ext cx="1600200" cy="3428998"/>
            </a:xfrm>
            <a:custGeom>
              <a:avLst/>
              <a:gdLst/>
              <a:ahLst/>
              <a:cxnLst/>
              <a:rect l="0" t="0" r="0" b="0"/>
              <a:pathLst>
                <a:path w="1600200" h="3428998">
                  <a:moveTo>
                    <a:pt x="0" y="2756646"/>
                  </a:moveTo>
                  <a:cubicBezTo>
                    <a:pt x="0" y="3127976"/>
                    <a:pt x="358217" y="3428998"/>
                    <a:pt x="800100" y="3428998"/>
                  </a:cubicBezTo>
                  <a:cubicBezTo>
                    <a:pt x="1241982" y="3428998"/>
                    <a:pt x="1600200" y="3127976"/>
                    <a:pt x="1600200" y="2756646"/>
                  </a:cubicBezTo>
                  <a:moveTo>
                    <a:pt x="0" y="2756645"/>
                  </a:moveTo>
                  <a:lnTo>
                    <a:pt x="0" y="672353"/>
                  </a:lnTo>
                  <a:moveTo>
                    <a:pt x="1600200" y="2756645"/>
                  </a:moveTo>
                  <a:lnTo>
                    <a:pt x="1600200" y="672353"/>
                  </a:lnTo>
                  <a:moveTo>
                    <a:pt x="1600200" y="672352"/>
                  </a:moveTo>
                  <a:cubicBezTo>
                    <a:pt x="1600200" y="301022"/>
                    <a:pt x="1241982" y="0"/>
                    <a:pt x="800100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2000249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55148" y="2221706"/>
            <a:ext cx="1600200" cy="3371850"/>
            <a:chOff x="3086100" y="1428750"/>
            <a:chExt cx="1600200" cy="3371850"/>
          </a:xfrm>
        </p:grpSpPr>
        <p:sp>
          <p:nvSpPr>
            <p:cNvPr id="10" name="Rounded Rectangle 9"/>
            <p:cNvSpPr/>
            <p:nvPr/>
          </p:nvSpPr>
          <p:spPr>
            <a:xfrm>
              <a:off x="3086100" y="1428750"/>
              <a:ext cx="1600200" cy="3200400"/>
            </a:xfrm>
            <a:custGeom>
              <a:avLst/>
              <a:gdLst/>
              <a:ahLst/>
              <a:cxnLst/>
              <a:rect l="0" t="0" r="0" b="0"/>
              <a:pathLst>
                <a:path w="1600200" h="3200400">
                  <a:moveTo>
                    <a:pt x="0" y="672350"/>
                  </a:move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528039"/>
                  </a:lnTo>
                  <a:cubicBezTo>
                    <a:pt x="1600200" y="2899371"/>
                    <a:pt x="1241983" y="3200400"/>
                    <a:pt x="800100" y="3200400"/>
                  </a:cubicBezTo>
                  <a:cubicBezTo>
                    <a:pt x="358216" y="3200400"/>
                    <a:pt x="0" y="2899371"/>
                    <a:pt x="0" y="2528049"/>
                  </a:cubicBezTo>
                  <a:lnTo>
                    <a:pt x="0" y="672350"/>
                  </a:ln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829050" y="46863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E0CB1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755147" y="2221706"/>
            <a:ext cx="1600199" cy="3371850"/>
            <a:chOff x="3086099" y="1428750"/>
            <a:chExt cx="1600199" cy="3371850"/>
          </a:xfrm>
        </p:grpSpPr>
        <p:sp>
          <p:nvSpPr>
            <p:cNvPr id="13" name="Rounded Rectangle 12"/>
            <p:cNvSpPr/>
            <p:nvPr/>
          </p:nvSpPr>
          <p:spPr>
            <a:xfrm>
              <a:off x="3829049" y="46863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086099" y="1428750"/>
              <a:ext cx="1600199" cy="3200398"/>
            </a:xfrm>
            <a:custGeom>
              <a:avLst/>
              <a:gdLst/>
              <a:ahLst/>
              <a:cxnLst/>
              <a:rect l="0" t="0" r="0" b="0"/>
              <a:pathLst>
                <a:path w="1600199" h="3200398">
                  <a:moveTo>
                    <a:pt x="0" y="2528046"/>
                  </a:moveTo>
                  <a:cubicBezTo>
                    <a:pt x="0" y="2899376"/>
                    <a:pt x="358217" y="3200398"/>
                    <a:pt x="800099" y="3200398"/>
                  </a:cubicBezTo>
                  <a:cubicBezTo>
                    <a:pt x="1241982" y="3200398"/>
                    <a:pt x="1600199" y="2899376"/>
                    <a:pt x="1600199" y="2528046"/>
                  </a:cubicBezTo>
                  <a:moveTo>
                    <a:pt x="0" y="2528045"/>
                  </a:moveTo>
                  <a:lnTo>
                    <a:pt x="0" y="672353"/>
                  </a:lnTo>
                  <a:moveTo>
                    <a:pt x="1600199" y="2528045"/>
                  </a:moveTo>
                  <a:lnTo>
                    <a:pt x="1600199" y="672353"/>
                  </a:lnTo>
                  <a:moveTo>
                    <a:pt x="1600199" y="672352"/>
                  </a:moveTo>
                  <a:cubicBezTo>
                    <a:pt x="1600199" y="301022"/>
                    <a:pt x="1241982" y="0"/>
                    <a:pt x="800099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583946" y="1935956"/>
            <a:ext cx="1600200" cy="3543300"/>
            <a:chOff x="4914898" y="1143000"/>
            <a:chExt cx="1600200" cy="3543300"/>
          </a:xfrm>
        </p:grpSpPr>
        <p:sp>
          <p:nvSpPr>
            <p:cNvPr id="16" name="Rounded Rectangle 15"/>
            <p:cNvSpPr/>
            <p:nvPr/>
          </p:nvSpPr>
          <p:spPr>
            <a:xfrm>
              <a:off x="4914898" y="1314450"/>
              <a:ext cx="1600200" cy="3371850"/>
            </a:xfrm>
            <a:custGeom>
              <a:avLst/>
              <a:gdLst/>
              <a:ahLst/>
              <a:cxnLst/>
              <a:rect l="0" t="0" r="0" b="0"/>
              <a:pathLst>
                <a:path w="1600200" h="3371850">
                  <a:moveTo>
                    <a:pt x="1600200" y="2699499"/>
                  </a:moveTo>
                  <a:cubicBezTo>
                    <a:pt x="1600200" y="3070831"/>
                    <a:pt x="1241983" y="3371850"/>
                    <a:pt x="800100" y="3371850"/>
                  </a:cubicBezTo>
                  <a:cubicBezTo>
                    <a:pt x="358216" y="3371850"/>
                    <a:pt x="9" y="3070831"/>
                    <a:pt x="9" y="2699499"/>
                  </a:cubicBezTo>
                  <a:lnTo>
                    <a:pt x="9" y="672350"/>
                  </a:lnTo>
                  <a:cubicBezTo>
                    <a:pt x="0" y="301018"/>
                    <a:pt x="358216" y="0"/>
                    <a:pt x="800100" y="0"/>
                  </a:cubicBezTo>
                  <a:cubicBezTo>
                    <a:pt x="1241983" y="0"/>
                    <a:pt x="1600200" y="301018"/>
                    <a:pt x="1600200" y="672350"/>
                  </a:cubicBezTo>
                  <a:lnTo>
                    <a:pt x="1600200" y="2699499"/>
                  </a:ln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657848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5"/>
                    <a:pt x="25584" y="114300"/>
                    <a:pt x="57150" y="114300"/>
                  </a:cubicBezTo>
                  <a:cubicBezTo>
                    <a:pt x="88715" y="114300"/>
                    <a:pt x="114300" y="88715"/>
                    <a:pt x="114300" y="57150"/>
                  </a:cubicBezTo>
                  <a:cubicBezTo>
                    <a:pt x="114300" y="25584"/>
                    <a:pt x="88715" y="0"/>
                    <a:pt x="57150" y="0"/>
                  </a:cubicBezTo>
                  <a:cubicBezTo>
                    <a:pt x="25584" y="0"/>
                    <a:pt x="0" y="25584"/>
                    <a:pt x="0" y="57150"/>
                  </a:cubicBezTo>
                </a:path>
              </a:pathLst>
            </a:custGeom>
            <a:solidFill>
              <a:srgbClr val="3CC58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583947" y="1935956"/>
            <a:ext cx="1600200" cy="3543298"/>
            <a:chOff x="4914899" y="1143000"/>
            <a:chExt cx="1600200" cy="3543298"/>
          </a:xfrm>
        </p:grpSpPr>
        <p:sp>
          <p:nvSpPr>
            <p:cNvPr id="19" name="Rounded Rectangle 18"/>
            <p:cNvSpPr/>
            <p:nvPr/>
          </p:nvSpPr>
          <p:spPr>
            <a:xfrm>
              <a:off x="5657849" y="1143000"/>
              <a:ext cx="114300" cy="114300"/>
            </a:xfrm>
            <a:custGeom>
              <a:avLst/>
              <a:gdLst/>
              <a:ahLst/>
              <a:cxnLst/>
              <a:rect l="0" t="0" r="0" b="0"/>
              <a:pathLst>
                <a:path w="114300" h="114300">
                  <a:moveTo>
                    <a:pt x="0" y="57150"/>
                  </a:moveTo>
                  <a:cubicBezTo>
                    <a:pt x="0" y="88713"/>
                    <a:pt x="25586" y="114300"/>
                    <a:pt x="57150" y="114300"/>
                  </a:cubicBezTo>
                  <a:cubicBezTo>
                    <a:pt x="88713" y="114300"/>
                    <a:pt x="114300" y="88713"/>
                    <a:pt x="114300" y="57150"/>
                  </a:cubicBezTo>
                  <a:cubicBezTo>
                    <a:pt x="114300" y="25586"/>
                    <a:pt x="88713" y="0"/>
                    <a:pt x="57150" y="0"/>
                  </a:cubicBezTo>
                  <a:cubicBezTo>
                    <a:pt x="25586" y="0"/>
                    <a:pt x="0" y="25586"/>
                    <a:pt x="0" y="57150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914899" y="1314450"/>
              <a:ext cx="1600200" cy="3371848"/>
            </a:xfrm>
            <a:custGeom>
              <a:avLst/>
              <a:gdLst/>
              <a:ahLst/>
              <a:cxnLst/>
              <a:rect l="0" t="0" r="0" b="0"/>
              <a:pathLst>
                <a:path w="1600200" h="3371848">
                  <a:moveTo>
                    <a:pt x="0" y="2699496"/>
                  </a:moveTo>
                  <a:cubicBezTo>
                    <a:pt x="0" y="3070826"/>
                    <a:pt x="358217" y="3371848"/>
                    <a:pt x="800100" y="3371848"/>
                  </a:cubicBezTo>
                  <a:cubicBezTo>
                    <a:pt x="1241982" y="3371848"/>
                    <a:pt x="1600200" y="3070826"/>
                    <a:pt x="1600200" y="2699496"/>
                  </a:cubicBezTo>
                  <a:moveTo>
                    <a:pt x="0" y="2699495"/>
                  </a:moveTo>
                  <a:lnTo>
                    <a:pt x="0" y="672353"/>
                  </a:lnTo>
                  <a:moveTo>
                    <a:pt x="1600200" y="2699495"/>
                  </a:moveTo>
                  <a:lnTo>
                    <a:pt x="1600200" y="672353"/>
                  </a:lnTo>
                  <a:moveTo>
                    <a:pt x="1600200" y="672352"/>
                  </a:moveTo>
                  <a:cubicBezTo>
                    <a:pt x="1600200" y="301022"/>
                    <a:pt x="1241982" y="0"/>
                    <a:pt x="800100" y="0"/>
                  </a:cubicBezTo>
                  <a:cubicBezTo>
                    <a:pt x="358217" y="0"/>
                    <a:pt x="0" y="301022"/>
                    <a:pt x="0" y="672352"/>
                  </a:cubicBezTo>
                </a:path>
              </a:pathLst>
            </a:custGeom>
            <a:noFill/>
            <a:ln w="14287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89338" y="1264443"/>
            <a:ext cx="3131791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Achieving Intelligent Banking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83548" y="2793206"/>
            <a:ext cx="670772" cy="664368"/>
          </a:xfrm>
          <a:custGeom>
            <a:avLst/>
            <a:gdLst/>
            <a:ahLst/>
            <a:cxnLst/>
            <a:rect l="0" t="0" r="0" b="0"/>
            <a:pathLst>
              <a:path w="670772" h="664368">
                <a:moveTo>
                  <a:pt x="21431" y="664368"/>
                </a:moveTo>
                <a:cubicBezTo>
                  <a:pt x="64104" y="664368"/>
                  <a:pt x="106777" y="664368"/>
                  <a:pt x="149449" y="621506"/>
                </a:cubicBezTo>
                <a:cubicBezTo>
                  <a:pt x="192122" y="664368"/>
                  <a:pt x="234795" y="664368"/>
                  <a:pt x="246174" y="664368"/>
                </a:cubicBezTo>
                <a:cubicBezTo>
                  <a:pt x="257554" y="664368"/>
                  <a:pt x="300226" y="664368"/>
                  <a:pt x="342900" y="621506"/>
                </a:cubicBezTo>
                <a:cubicBezTo>
                  <a:pt x="385573" y="664368"/>
                  <a:pt x="428244" y="664368"/>
                  <a:pt x="439626" y="664368"/>
                </a:cubicBezTo>
                <a:cubicBezTo>
                  <a:pt x="451004" y="664368"/>
                  <a:pt x="493676" y="664368"/>
                  <a:pt x="536349" y="621506"/>
                </a:cubicBezTo>
                <a:cubicBezTo>
                  <a:pt x="579023" y="664368"/>
                  <a:pt x="621694" y="664368"/>
                  <a:pt x="664368" y="664368"/>
                </a:cubicBezTo>
                <a:moveTo>
                  <a:pt x="575786" y="125610"/>
                </a:moveTo>
                <a:cubicBezTo>
                  <a:pt x="628244" y="125610"/>
                  <a:pt x="670772" y="102289"/>
                  <a:pt x="670772" y="73520"/>
                </a:cubicBezTo>
                <a:cubicBezTo>
                  <a:pt x="670772" y="44752"/>
                  <a:pt x="628244" y="21431"/>
                  <a:pt x="575786" y="21431"/>
                </a:cubicBezTo>
                <a:cubicBezTo>
                  <a:pt x="523325" y="21431"/>
                  <a:pt x="480800" y="44752"/>
                  <a:pt x="480800" y="73520"/>
                </a:cubicBezTo>
                <a:cubicBezTo>
                  <a:pt x="480800" y="102289"/>
                  <a:pt x="523325" y="125610"/>
                  <a:pt x="575786" y="125610"/>
                </a:cubicBezTo>
                <a:close/>
                <a:moveTo>
                  <a:pt x="480800" y="73519"/>
                </a:moveTo>
                <a:lnTo>
                  <a:pt x="480800" y="214467"/>
                </a:lnTo>
                <a:cubicBezTo>
                  <a:pt x="480800" y="242044"/>
                  <a:pt x="523696" y="266557"/>
                  <a:pt x="575786" y="266557"/>
                </a:cubicBezTo>
                <a:cubicBezTo>
                  <a:pt x="627875" y="266557"/>
                  <a:pt x="670772" y="242044"/>
                  <a:pt x="670772" y="214467"/>
                </a:cubicBezTo>
                <a:lnTo>
                  <a:pt x="670772" y="73519"/>
                </a:lnTo>
                <a:moveTo>
                  <a:pt x="65615" y="554352"/>
                </a:moveTo>
                <a:cubicBezTo>
                  <a:pt x="65615" y="544885"/>
                  <a:pt x="62459" y="535418"/>
                  <a:pt x="52991" y="525948"/>
                </a:cubicBezTo>
                <a:lnTo>
                  <a:pt x="34055" y="507011"/>
                </a:lnTo>
                <a:cubicBezTo>
                  <a:pt x="21431" y="497545"/>
                  <a:pt x="18275" y="478608"/>
                  <a:pt x="24587" y="465983"/>
                </a:cubicBezTo>
                <a:cubicBezTo>
                  <a:pt x="30899" y="450204"/>
                  <a:pt x="43523" y="443892"/>
                  <a:pt x="59303" y="443892"/>
                </a:cubicBezTo>
                <a:lnTo>
                  <a:pt x="84551" y="443892"/>
                </a:lnTo>
                <a:cubicBezTo>
                  <a:pt x="94020" y="443892"/>
                  <a:pt x="106643" y="440737"/>
                  <a:pt x="112956" y="434425"/>
                </a:cubicBezTo>
                <a:cubicBezTo>
                  <a:pt x="119268" y="428113"/>
                  <a:pt x="122424" y="418800"/>
                  <a:pt x="122424" y="406019"/>
                </a:cubicBezTo>
                <a:lnTo>
                  <a:pt x="122424" y="380773"/>
                </a:lnTo>
                <a:cubicBezTo>
                  <a:pt x="122424" y="364991"/>
                  <a:pt x="131892" y="349212"/>
                  <a:pt x="144516" y="346054"/>
                </a:cubicBezTo>
                <a:cubicBezTo>
                  <a:pt x="160296" y="339745"/>
                  <a:pt x="176076" y="342900"/>
                  <a:pt x="185544" y="355524"/>
                </a:cubicBezTo>
                <a:lnTo>
                  <a:pt x="204480" y="374461"/>
                </a:lnTo>
                <a:cubicBezTo>
                  <a:pt x="210792" y="380773"/>
                  <a:pt x="220260" y="387085"/>
                  <a:pt x="232885" y="387085"/>
                </a:cubicBezTo>
                <a:cubicBezTo>
                  <a:pt x="245508" y="387085"/>
                  <a:pt x="251820" y="383927"/>
                  <a:pt x="261288" y="374461"/>
                </a:cubicBezTo>
                <a:lnTo>
                  <a:pt x="280225" y="355524"/>
                </a:lnTo>
                <a:cubicBezTo>
                  <a:pt x="289693" y="342900"/>
                  <a:pt x="308630" y="339745"/>
                  <a:pt x="321254" y="346054"/>
                </a:cubicBezTo>
                <a:cubicBezTo>
                  <a:pt x="337033" y="352366"/>
                  <a:pt x="343345" y="364991"/>
                  <a:pt x="343345" y="380773"/>
                </a:cubicBezTo>
                <a:lnTo>
                  <a:pt x="343345" y="406019"/>
                </a:lnTo>
                <a:cubicBezTo>
                  <a:pt x="343345" y="415489"/>
                  <a:pt x="346503" y="428113"/>
                  <a:pt x="352812" y="434425"/>
                </a:cubicBezTo>
                <a:cubicBezTo>
                  <a:pt x="359124" y="440737"/>
                  <a:pt x="371749" y="447050"/>
                  <a:pt x="381219" y="443892"/>
                </a:cubicBezTo>
                <a:lnTo>
                  <a:pt x="406465" y="443892"/>
                </a:lnTo>
                <a:cubicBezTo>
                  <a:pt x="422247" y="443892"/>
                  <a:pt x="438026" y="453359"/>
                  <a:pt x="441183" y="465983"/>
                </a:cubicBezTo>
                <a:cubicBezTo>
                  <a:pt x="447495" y="481765"/>
                  <a:pt x="444338" y="497545"/>
                  <a:pt x="431713" y="507011"/>
                </a:cubicBezTo>
                <a:lnTo>
                  <a:pt x="412777" y="525948"/>
                </a:lnTo>
                <a:cubicBezTo>
                  <a:pt x="406465" y="532260"/>
                  <a:pt x="400152" y="541730"/>
                  <a:pt x="400152" y="554352"/>
                </a:cubicBezTo>
                <a:moveTo>
                  <a:pt x="305472" y="554352"/>
                </a:moveTo>
                <a:cubicBezTo>
                  <a:pt x="305472" y="513321"/>
                  <a:pt x="273912" y="481763"/>
                  <a:pt x="236040" y="481763"/>
                </a:cubicBezTo>
                <a:cubicBezTo>
                  <a:pt x="195012" y="481763"/>
                  <a:pt x="163451" y="516478"/>
                  <a:pt x="163451" y="554352"/>
                </a:cubicBezTo>
                <a:moveTo>
                  <a:pt x="575786" y="334324"/>
                </a:moveTo>
                <a:lnTo>
                  <a:pt x="575786" y="542922"/>
                </a:lnTo>
                <a:moveTo>
                  <a:pt x="0" y="0"/>
                </a:moveTo>
                <a:moveTo>
                  <a:pt x="518636" y="391477"/>
                </a:moveTo>
                <a:lnTo>
                  <a:pt x="575786" y="334327"/>
                </a:lnTo>
                <a:lnTo>
                  <a:pt x="632936" y="391477"/>
                </a:lnTo>
                <a:moveTo>
                  <a:pt x="670772" y="143441"/>
                </a:moveTo>
                <a:cubicBezTo>
                  <a:pt x="670772" y="172819"/>
                  <a:pt x="628247" y="196634"/>
                  <a:pt x="575786" y="196634"/>
                </a:cubicBezTo>
                <a:cubicBezTo>
                  <a:pt x="523325" y="196634"/>
                  <a:pt x="480800" y="172819"/>
                  <a:pt x="480800" y="143441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41148" y="2793206"/>
            <a:ext cx="660076" cy="638485"/>
          </a:xfrm>
          <a:custGeom>
            <a:avLst/>
            <a:gdLst/>
            <a:ahLst/>
            <a:cxnLst/>
            <a:rect l="0" t="0" r="0" b="0"/>
            <a:pathLst>
              <a:path w="660076" h="638485">
                <a:moveTo>
                  <a:pt x="348514" y="449144"/>
                </a:moveTo>
                <a:cubicBezTo>
                  <a:pt x="344934" y="450550"/>
                  <a:pt x="340945" y="450550"/>
                  <a:pt x="337316" y="449144"/>
                </a:cubicBezTo>
                <a:cubicBezTo>
                  <a:pt x="279875" y="426976"/>
                  <a:pt x="241973" y="371755"/>
                  <a:pt x="241882" y="310141"/>
                </a:cubicBezTo>
                <a:lnTo>
                  <a:pt x="241882" y="264758"/>
                </a:lnTo>
                <a:cubicBezTo>
                  <a:pt x="241882" y="256190"/>
                  <a:pt x="248864" y="249208"/>
                  <a:pt x="257433" y="249208"/>
                </a:cubicBezTo>
                <a:lnTo>
                  <a:pt x="428399" y="249208"/>
                </a:lnTo>
                <a:cubicBezTo>
                  <a:pt x="436968" y="249208"/>
                  <a:pt x="443949" y="256190"/>
                  <a:pt x="443949" y="264758"/>
                </a:cubicBezTo>
                <a:lnTo>
                  <a:pt x="443949" y="310141"/>
                </a:lnTo>
                <a:cubicBezTo>
                  <a:pt x="443906" y="371709"/>
                  <a:pt x="405959" y="426930"/>
                  <a:pt x="348514" y="449099"/>
                </a:cubicBezTo>
                <a:close/>
                <a:moveTo>
                  <a:pt x="130101" y="332384"/>
                </a:moveTo>
                <a:cubicBezTo>
                  <a:pt x="130085" y="449936"/>
                  <a:pt x="225376" y="545240"/>
                  <a:pt x="342928" y="545240"/>
                </a:cubicBezTo>
                <a:cubicBezTo>
                  <a:pt x="460480" y="545240"/>
                  <a:pt x="555771" y="449936"/>
                  <a:pt x="555755" y="332384"/>
                </a:cubicBezTo>
                <a:cubicBezTo>
                  <a:pt x="555771" y="214832"/>
                  <a:pt x="460480" y="119528"/>
                  <a:pt x="342928" y="119528"/>
                </a:cubicBezTo>
                <a:cubicBezTo>
                  <a:pt x="225376" y="119528"/>
                  <a:pt x="130085" y="214832"/>
                  <a:pt x="130101" y="332384"/>
                </a:cubicBezTo>
                <a:moveTo>
                  <a:pt x="575014" y="89839"/>
                </a:moveTo>
                <a:cubicBezTo>
                  <a:pt x="575014" y="113322"/>
                  <a:pt x="594051" y="132359"/>
                  <a:pt x="617534" y="132359"/>
                </a:cubicBezTo>
                <a:cubicBezTo>
                  <a:pt x="641017" y="132359"/>
                  <a:pt x="660053" y="113322"/>
                  <a:pt x="660053" y="89839"/>
                </a:cubicBezTo>
                <a:cubicBezTo>
                  <a:pt x="660053" y="66356"/>
                  <a:pt x="641017" y="47320"/>
                  <a:pt x="617534" y="47320"/>
                </a:cubicBezTo>
                <a:cubicBezTo>
                  <a:pt x="594051" y="47320"/>
                  <a:pt x="575014" y="66356"/>
                  <a:pt x="575014" y="89839"/>
                </a:cubicBezTo>
                <a:moveTo>
                  <a:pt x="110785" y="89839"/>
                </a:moveTo>
                <a:cubicBezTo>
                  <a:pt x="110785" y="113322"/>
                  <a:pt x="91748" y="132359"/>
                  <a:pt x="68265" y="132359"/>
                </a:cubicBezTo>
                <a:cubicBezTo>
                  <a:pt x="44782" y="132359"/>
                  <a:pt x="25746" y="113322"/>
                  <a:pt x="25746" y="89839"/>
                </a:cubicBezTo>
                <a:cubicBezTo>
                  <a:pt x="25746" y="66356"/>
                  <a:pt x="44782" y="47320"/>
                  <a:pt x="68265" y="47320"/>
                </a:cubicBezTo>
                <a:cubicBezTo>
                  <a:pt x="91748" y="47320"/>
                  <a:pt x="110785" y="66356"/>
                  <a:pt x="110785" y="89839"/>
                </a:cubicBezTo>
                <a:moveTo>
                  <a:pt x="0" y="0"/>
                </a:moveTo>
                <a:moveTo>
                  <a:pt x="232171" y="514350"/>
                </a:moveTo>
                <a:lnTo>
                  <a:pt x="188816" y="575666"/>
                </a:lnTo>
                <a:lnTo>
                  <a:pt x="26342" y="575663"/>
                </a:lnTo>
                <a:moveTo>
                  <a:pt x="0" y="0"/>
                </a:moveTo>
                <a:moveTo>
                  <a:pt x="462557" y="509437"/>
                </a:moveTo>
                <a:lnTo>
                  <a:pt x="509149" y="575663"/>
                </a:lnTo>
                <a:lnTo>
                  <a:pt x="660076" y="575666"/>
                </a:lnTo>
                <a:moveTo>
                  <a:pt x="231278" y="150465"/>
                </a:moveTo>
                <a:lnTo>
                  <a:pt x="188791" y="89826"/>
                </a:lnTo>
                <a:lnTo>
                  <a:pt x="110745" y="89826"/>
                </a:lnTo>
                <a:moveTo>
                  <a:pt x="0" y="0"/>
                </a:moveTo>
                <a:moveTo>
                  <a:pt x="454519" y="150911"/>
                </a:moveTo>
                <a:lnTo>
                  <a:pt x="496979" y="89826"/>
                </a:lnTo>
                <a:lnTo>
                  <a:pt x="575026" y="89826"/>
                </a:lnTo>
                <a:moveTo>
                  <a:pt x="0" y="0"/>
                </a:moveTo>
                <a:moveTo>
                  <a:pt x="597228" y="512844"/>
                </a:moveTo>
                <a:lnTo>
                  <a:pt x="660051" y="575666"/>
                </a:lnTo>
                <a:lnTo>
                  <a:pt x="597228" y="638485"/>
                </a:lnTo>
                <a:moveTo>
                  <a:pt x="88571" y="638485"/>
                </a:moveTo>
                <a:lnTo>
                  <a:pt x="25749" y="575666"/>
                </a:lnTo>
                <a:lnTo>
                  <a:pt x="88571" y="512844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9267" y="2812256"/>
            <a:ext cx="1211903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Enable
Customer 360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510" y="3464747"/>
            <a:ext cx="600075" cy="600046"/>
          </a:xfrm>
          <a:custGeom>
            <a:avLst/>
            <a:gdLst/>
            <a:ahLst/>
            <a:cxnLst/>
            <a:rect l="0" t="0" r="0" b="0"/>
            <a:pathLst>
              <a:path w="600075" h="600046">
                <a:moveTo>
                  <a:pt x="0" y="42862"/>
                </a:moveTo>
                <a:cubicBezTo>
                  <a:pt x="0" y="66534"/>
                  <a:pt x="38380" y="85725"/>
                  <a:pt x="85725" y="85725"/>
                </a:cubicBezTo>
                <a:cubicBezTo>
                  <a:pt x="133069" y="85725"/>
                  <a:pt x="171450" y="66534"/>
                  <a:pt x="171450" y="42862"/>
                </a:cubicBezTo>
                <a:cubicBezTo>
                  <a:pt x="171450" y="19190"/>
                  <a:pt x="133069" y="0"/>
                  <a:pt x="85725" y="0"/>
                </a:cubicBezTo>
                <a:cubicBezTo>
                  <a:pt x="38380" y="0"/>
                  <a:pt x="0" y="19190"/>
                  <a:pt x="0" y="42862"/>
                </a:cubicBezTo>
                <a:close/>
                <a:moveTo>
                  <a:pt x="0" y="114271"/>
                </a:moveTo>
                <a:cubicBezTo>
                  <a:pt x="0" y="137931"/>
                  <a:pt x="38404" y="157133"/>
                  <a:pt x="85725" y="157133"/>
                </a:cubicBezTo>
                <a:cubicBezTo>
                  <a:pt x="133045" y="157133"/>
                  <a:pt x="171450" y="137931"/>
                  <a:pt x="171450" y="114271"/>
                </a:cubicBezTo>
                <a:moveTo>
                  <a:pt x="171450" y="42833"/>
                </a:moveTo>
                <a:lnTo>
                  <a:pt x="171450" y="185708"/>
                </a:lnTo>
                <a:cubicBezTo>
                  <a:pt x="171450" y="209369"/>
                  <a:pt x="133045" y="228571"/>
                  <a:pt x="85725" y="228571"/>
                </a:cubicBezTo>
                <a:cubicBezTo>
                  <a:pt x="38404" y="228571"/>
                  <a:pt x="0" y="209369"/>
                  <a:pt x="0" y="185708"/>
                </a:cubicBezTo>
                <a:lnTo>
                  <a:pt x="0" y="42833"/>
                </a:lnTo>
                <a:moveTo>
                  <a:pt x="428625" y="42862"/>
                </a:moveTo>
                <a:cubicBezTo>
                  <a:pt x="428625" y="66534"/>
                  <a:pt x="467005" y="85725"/>
                  <a:pt x="514350" y="85725"/>
                </a:cubicBezTo>
                <a:cubicBezTo>
                  <a:pt x="561694" y="85725"/>
                  <a:pt x="600075" y="66534"/>
                  <a:pt x="600075" y="42862"/>
                </a:cubicBezTo>
                <a:cubicBezTo>
                  <a:pt x="600075" y="19190"/>
                  <a:pt x="561694" y="0"/>
                  <a:pt x="514350" y="0"/>
                </a:cubicBezTo>
                <a:cubicBezTo>
                  <a:pt x="467005" y="0"/>
                  <a:pt x="428625" y="19190"/>
                  <a:pt x="428625" y="42862"/>
                </a:cubicBezTo>
                <a:close/>
                <a:moveTo>
                  <a:pt x="428625" y="114271"/>
                </a:moveTo>
                <a:cubicBezTo>
                  <a:pt x="428625" y="137931"/>
                  <a:pt x="467029" y="157133"/>
                  <a:pt x="514350" y="157133"/>
                </a:cubicBezTo>
                <a:cubicBezTo>
                  <a:pt x="561670" y="157133"/>
                  <a:pt x="600075" y="137931"/>
                  <a:pt x="600075" y="114271"/>
                </a:cubicBezTo>
                <a:moveTo>
                  <a:pt x="600075" y="42833"/>
                </a:moveTo>
                <a:lnTo>
                  <a:pt x="600075" y="185708"/>
                </a:lnTo>
                <a:cubicBezTo>
                  <a:pt x="600075" y="209369"/>
                  <a:pt x="561670" y="228571"/>
                  <a:pt x="514350" y="228571"/>
                </a:cubicBezTo>
                <a:cubicBezTo>
                  <a:pt x="467029" y="228571"/>
                  <a:pt x="428625" y="209369"/>
                  <a:pt x="428625" y="185708"/>
                </a:cubicBezTo>
                <a:lnTo>
                  <a:pt x="428625" y="42833"/>
                </a:lnTo>
                <a:moveTo>
                  <a:pt x="0" y="414337"/>
                </a:moveTo>
                <a:cubicBezTo>
                  <a:pt x="0" y="438009"/>
                  <a:pt x="38380" y="457200"/>
                  <a:pt x="85725" y="457200"/>
                </a:cubicBezTo>
                <a:cubicBezTo>
                  <a:pt x="133069" y="457200"/>
                  <a:pt x="171450" y="438009"/>
                  <a:pt x="171450" y="414337"/>
                </a:cubicBezTo>
                <a:cubicBezTo>
                  <a:pt x="171450" y="390665"/>
                  <a:pt x="133069" y="371475"/>
                  <a:pt x="85725" y="371475"/>
                </a:cubicBezTo>
                <a:cubicBezTo>
                  <a:pt x="38380" y="371475"/>
                  <a:pt x="0" y="390665"/>
                  <a:pt x="0" y="414337"/>
                </a:cubicBezTo>
                <a:close/>
                <a:moveTo>
                  <a:pt x="0" y="485746"/>
                </a:moveTo>
                <a:cubicBezTo>
                  <a:pt x="0" y="509406"/>
                  <a:pt x="38404" y="528608"/>
                  <a:pt x="85725" y="528608"/>
                </a:cubicBezTo>
                <a:cubicBezTo>
                  <a:pt x="133045" y="528608"/>
                  <a:pt x="171450" y="509406"/>
                  <a:pt x="171450" y="485746"/>
                </a:cubicBezTo>
                <a:moveTo>
                  <a:pt x="171450" y="414308"/>
                </a:moveTo>
                <a:lnTo>
                  <a:pt x="171450" y="557183"/>
                </a:lnTo>
                <a:cubicBezTo>
                  <a:pt x="171450" y="580843"/>
                  <a:pt x="133045" y="600046"/>
                  <a:pt x="85725" y="600046"/>
                </a:cubicBezTo>
                <a:cubicBezTo>
                  <a:pt x="38404" y="600046"/>
                  <a:pt x="0" y="580843"/>
                  <a:pt x="0" y="557183"/>
                </a:cubicBezTo>
                <a:lnTo>
                  <a:pt x="0" y="414308"/>
                </a:lnTo>
                <a:moveTo>
                  <a:pt x="428625" y="414337"/>
                </a:moveTo>
                <a:cubicBezTo>
                  <a:pt x="428625" y="438009"/>
                  <a:pt x="467005" y="457200"/>
                  <a:pt x="514350" y="457200"/>
                </a:cubicBezTo>
                <a:cubicBezTo>
                  <a:pt x="561694" y="457200"/>
                  <a:pt x="600075" y="438009"/>
                  <a:pt x="600075" y="414337"/>
                </a:cubicBezTo>
                <a:cubicBezTo>
                  <a:pt x="600075" y="390665"/>
                  <a:pt x="561694" y="371475"/>
                  <a:pt x="514350" y="371475"/>
                </a:cubicBezTo>
                <a:cubicBezTo>
                  <a:pt x="467005" y="371475"/>
                  <a:pt x="428625" y="390665"/>
                  <a:pt x="428625" y="414337"/>
                </a:cubicBezTo>
                <a:close/>
                <a:moveTo>
                  <a:pt x="428625" y="485746"/>
                </a:moveTo>
                <a:cubicBezTo>
                  <a:pt x="428625" y="509406"/>
                  <a:pt x="467029" y="528608"/>
                  <a:pt x="514350" y="528608"/>
                </a:cubicBezTo>
                <a:cubicBezTo>
                  <a:pt x="561670" y="528608"/>
                  <a:pt x="600075" y="509406"/>
                  <a:pt x="600075" y="485746"/>
                </a:cubicBezTo>
                <a:moveTo>
                  <a:pt x="600075" y="414308"/>
                </a:moveTo>
                <a:lnTo>
                  <a:pt x="600075" y="557183"/>
                </a:lnTo>
                <a:cubicBezTo>
                  <a:pt x="600075" y="580843"/>
                  <a:pt x="561670" y="600046"/>
                  <a:pt x="514350" y="600046"/>
                </a:cubicBezTo>
                <a:cubicBezTo>
                  <a:pt x="467029" y="600046"/>
                  <a:pt x="428625" y="580843"/>
                  <a:pt x="428625" y="557183"/>
                </a:cubicBezTo>
                <a:lnTo>
                  <a:pt x="428625" y="414308"/>
                </a:lnTo>
                <a:moveTo>
                  <a:pt x="168192" y="197367"/>
                </a:moveTo>
                <a:lnTo>
                  <a:pt x="432025" y="402393"/>
                </a:lnTo>
                <a:moveTo>
                  <a:pt x="432025" y="197367"/>
                </a:moveTo>
                <a:lnTo>
                  <a:pt x="168192" y="402393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1664" y="3378993"/>
            <a:ext cx="947146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Gain a holistic
customer 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27048" y="3421856"/>
            <a:ext cx="676441" cy="664368"/>
          </a:xfrm>
          <a:custGeom>
            <a:avLst/>
            <a:gdLst/>
            <a:ahLst/>
            <a:cxnLst/>
            <a:rect l="0" t="0" r="0" b="0"/>
            <a:pathLst>
              <a:path w="676441" h="664368">
                <a:moveTo>
                  <a:pt x="63977" y="564356"/>
                </a:moveTo>
                <a:cubicBezTo>
                  <a:pt x="87650" y="564356"/>
                  <a:pt x="106840" y="545165"/>
                  <a:pt x="106840" y="521493"/>
                </a:cubicBezTo>
                <a:cubicBezTo>
                  <a:pt x="106840" y="497822"/>
                  <a:pt x="87650" y="478631"/>
                  <a:pt x="63977" y="478631"/>
                </a:cubicBezTo>
                <a:cubicBezTo>
                  <a:pt x="40305" y="478631"/>
                  <a:pt x="21115" y="497822"/>
                  <a:pt x="21115" y="521493"/>
                </a:cubicBezTo>
                <a:cubicBezTo>
                  <a:pt x="21115" y="545165"/>
                  <a:pt x="40305" y="564356"/>
                  <a:pt x="63977" y="564356"/>
                </a:cubicBezTo>
                <a:close/>
                <a:moveTo>
                  <a:pt x="252575" y="431533"/>
                </a:moveTo>
                <a:cubicBezTo>
                  <a:pt x="276248" y="431533"/>
                  <a:pt x="295439" y="412342"/>
                  <a:pt x="295439" y="388671"/>
                </a:cubicBezTo>
                <a:cubicBezTo>
                  <a:pt x="295439" y="364999"/>
                  <a:pt x="276248" y="345808"/>
                  <a:pt x="252575" y="345808"/>
                </a:cubicBezTo>
                <a:cubicBezTo>
                  <a:pt x="228903" y="345808"/>
                  <a:pt x="209713" y="364999"/>
                  <a:pt x="209713" y="388671"/>
                </a:cubicBezTo>
                <a:cubicBezTo>
                  <a:pt x="209713" y="412342"/>
                  <a:pt x="228903" y="431533"/>
                  <a:pt x="252575" y="431533"/>
                </a:cubicBezTo>
                <a:close/>
                <a:moveTo>
                  <a:pt x="0" y="0"/>
                </a:moveTo>
                <a:moveTo>
                  <a:pt x="252575" y="431533"/>
                </a:moveTo>
                <a:lnTo>
                  <a:pt x="252575" y="664368"/>
                </a:lnTo>
                <a:moveTo>
                  <a:pt x="106840" y="521493"/>
                </a:moveTo>
                <a:lnTo>
                  <a:pt x="130971" y="521493"/>
                </a:lnTo>
                <a:cubicBezTo>
                  <a:pt x="149070" y="521493"/>
                  <a:pt x="161135" y="532923"/>
                  <a:pt x="161135" y="550068"/>
                </a:cubicBezTo>
                <a:lnTo>
                  <a:pt x="161135" y="664368"/>
                </a:lnTo>
                <a:moveTo>
                  <a:pt x="438311" y="564356"/>
                </a:moveTo>
                <a:cubicBezTo>
                  <a:pt x="461983" y="564356"/>
                  <a:pt x="481174" y="545165"/>
                  <a:pt x="481174" y="521493"/>
                </a:cubicBezTo>
                <a:cubicBezTo>
                  <a:pt x="481174" y="497822"/>
                  <a:pt x="461983" y="478631"/>
                  <a:pt x="438311" y="478631"/>
                </a:cubicBezTo>
                <a:cubicBezTo>
                  <a:pt x="414640" y="478631"/>
                  <a:pt x="395449" y="497822"/>
                  <a:pt x="395449" y="521493"/>
                </a:cubicBezTo>
                <a:cubicBezTo>
                  <a:pt x="395449" y="545165"/>
                  <a:pt x="414640" y="564356"/>
                  <a:pt x="438311" y="564356"/>
                </a:cubicBezTo>
                <a:close/>
                <a:moveTo>
                  <a:pt x="395449" y="521493"/>
                </a:moveTo>
                <a:lnTo>
                  <a:pt x="372589" y="521493"/>
                </a:lnTo>
                <a:cubicBezTo>
                  <a:pt x="355444" y="521493"/>
                  <a:pt x="344014" y="532923"/>
                  <a:pt x="344014" y="550068"/>
                </a:cubicBezTo>
                <a:lnTo>
                  <a:pt x="344014" y="664368"/>
                </a:lnTo>
                <a:moveTo>
                  <a:pt x="0" y="0"/>
                </a:moveTo>
                <a:moveTo>
                  <a:pt x="175419" y="287178"/>
                </a:moveTo>
                <a:lnTo>
                  <a:pt x="163989" y="272889"/>
                </a:lnTo>
                <a:cubicBezTo>
                  <a:pt x="158274" y="264317"/>
                  <a:pt x="143987" y="261459"/>
                  <a:pt x="135414" y="267174"/>
                </a:cubicBezTo>
                <a:lnTo>
                  <a:pt x="106839" y="284319"/>
                </a:lnTo>
                <a:cubicBezTo>
                  <a:pt x="83979" y="298605"/>
                  <a:pt x="55404" y="272889"/>
                  <a:pt x="66834" y="247172"/>
                </a:cubicBezTo>
                <a:lnTo>
                  <a:pt x="81122" y="218597"/>
                </a:lnTo>
                <a:cubicBezTo>
                  <a:pt x="86837" y="207167"/>
                  <a:pt x="81122" y="195737"/>
                  <a:pt x="72549" y="190022"/>
                </a:cubicBezTo>
                <a:lnTo>
                  <a:pt x="43974" y="175734"/>
                </a:lnTo>
                <a:cubicBezTo>
                  <a:pt x="18257" y="161447"/>
                  <a:pt x="26829" y="124299"/>
                  <a:pt x="55404" y="121442"/>
                </a:cubicBezTo>
                <a:lnTo>
                  <a:pt x="86837" y="118584"/>
                </a:lnTo>
                <a:cubicBezTo>
                  <a:pt x="98267" y="118584"/>
                  <a:pt x="106839" y="107154"/>
                  <a:pt x="106839" y="95724"/>
                </a:cubicBezTo>
                <a:lnTo>
                  <a:pt x="106839" y="64292"/>
                </a:lnTo>
                <a:cubicBezTo>
                  <a:pt x="106839" y="35717"/>
                  <a:pt x="141129" y="24287"/>
                  <a:pt x="158274" y="47147"/>
                </a:cubicBezTo>
                <a:lnTo>
                  <a:pt x="178277" y="72864"/>
                </a:lnTo>
                <a:cubicBezTo>
                  <a:pt x="183992" y="81437"/>
                  <a:pt x="198279" y="84294"/>
                  <a:pt x="206852" y="78579"/>
                </a:cubicBezTo>
                <a:lnTo>
                  <a:pt x="235427" y="61434"/>
                </a:lnTo>
                <a:cubicBezTo>
                  <a:pt x="258287" y="47147"/>
                  <a:pt x="286861" y="72864"/>
                  <a:pt x="275432" y="98582"/>
                </a:cubicBezTo>
                <a:lnTo>
                  <a:pt x="261144" y="127157"/>
                </a:lnTo>
                <a:cubicBezTo>
                  <a:pt x="255429" y="138587"/>
                  <a:pt x="261144" y="150017"/>
                  <a:pt x="269717" y="155732"/>
                </a:cubicBezTo>
                <a:lnTo>
                  <a:pt x="298291" y="170019"/>
                </a:lnTo>
                <a:cubicBezTo>
                  <a:pt x="324009" y="184307"/>
                  <a:pt x="315436" y="221454"/>
                  <a:pt x="286861" y="224312"/>
                </a:cubicBezTo>
                <a:lnTo>
                  <a:pt x="255429" y="227169"/>
                </a:lnTo>
                <a:cubicBezTo>
                  <a:pt x="243999" y="227169"/>
                  <a:pt x="235427" y="238599"/>
                  <a:pt x="235427" y="250029"/>
                </a:cubicBezTo>
                <a:lnTo>
                  <a:pt x="235427" y="267174"/>
                </a:lnTo>
                <a:moveTo>
                  <a:pt x="0" y="0"/>
                </a:moveTo>
                <a:moveTo>
                  <a:pt x="558358" y="67814"/>
                </a:moveTo>
                <a:lnTo>
                  <a:pt x="568196" y="99796"/>
                </a:lnTo>
                <a:cubicBezTo>
                  <a:pt x="570657" y="112096"/>
                  <a:pt x="582958" y="117016"/>
                  <a:pt x="595257" y="114556"/>
                </a:cubicBezTo>
                <a:lnTo>
                  <a:pt x="627241" y="107176"/>
                </a:lnTo>
                <a:cubicBezTo>
                  <a:pt x="656762" y="99796"/>
                  <a:pt x="676441" y="134237"/>
                  <a:pt x="656762" y="156378"/>
                </a:cubicBezTo>
                <a:lnTo>
                  <a:pt x="634619" y="180979"/>
                </a:lnTo>
                <a:cubicBezTo>
                  <a:pt x="627241" y="190819"/>
                  <a:pt x="627241" y="203120"/>
                  <a:pt x="634619" y="210500"/>
                </a:cubicBezTo>
                <a:lnTo>
                  <a:pt x="656762" y="235101"/>
                </a:lnTo>
                <a:cubicBezTo>
                  <a:pt x="676441" y="257242"/>
                  <a:pt x="656762" y="291682"/>
                  <a:pt x="627241" y="284303"/>
                </a:cubicBezTo>
                <a:lnTo>
                  <a:pt x="595257" y="276922"/>
                </a:lnTo>
                <a:cubicBezTo>
                  <a:pt x="582958" y="274462"/>
                  <a:pt x="573117" y="281843"/>
                  <a:pt x="568196" y="291685"/>
                </a:cubicBezTo>
                <a:lnTo>
                  <a:pt x="558358" y="323666"/>
                </a:lnTo>
                <a:cubicBezTo>
                  <a:pt x="548517" y="353186"/>
                  <a:pt x="509155" y="353186"/>
                  <a:pt x="501774" y="323666"/>
                </a:cubicBezTo>
                <a:lnTo>
                  <a:pt x="491935" y="291685"/>
                </a:lnTo>
                <a:cubicBezTo>
                  <a:pt x="489475" y="279383"/>
                  <a:pt x="477173" y="274462"/>
                  <a:pt x="464872" y="276922"/>
                </a:cubicBezTo>
                <a:lnTo>
                  <a:pt x="432891" y="284303"/>
                </a:lnTo>
                <a:cubicBezTo>
                  <a:pt x="403370" y="291682"/>
                  <a:pt x="383690" y="257242"/>
                  <a:pt x="403370" y="235101"/>
                </a:cubicBezTo>
                <a:lnTo>
                  <a:pt x="425513" y="210500"/>
                </a:lnTo>
                <a:cubicBezTo>
                  <a:pt x="432891" y="200659"/>
                  <a:pt x="432891" y="188359"/>
                  <a:pt x="425513" y="180979"/>
                </a:cubicBezTo>
                <a:lnTo>
                  <a:pt x="403370" y="156378"/>
                </a:lnTo>
                <a:cubicBezTo>
                  <a:pt x="383690" y="134237"/>
                  <a:pt x="403370" y="99796"/>
                  <a:pt x="432891" y="107176"/>
                </a:cubicBezTo>
                <a:lnTo>
                  <a:pt x="464872" y="114556"/>
                </a:lnTo>
                <a:cubicBezTo>
                  <a:pt x="477173" y="117016"/>
                  <a:pt x="487015" y="109636"/>
                  <a:pt x="491935" y="99796"/>
                </a:cubicBezTo>
                <a:lnTo>
                  <a:pt x="501774" y="67814"/>
                </a:lnTo>
                <a:cubicBezTo>
                  <a:pt x="509155" y="38293"/>
                  <a:pt x="550977" y="38293"/>
                  <a:pt x="558358" y="67814"/>
                </a:cubicBezTo>
                <a:close/>
                <a:moveTo>
                  <a:pt x="171133" y="205597"/>
                </a:moveTo>
                <a:cubicBezTo>
                  <a:pt x="188313" y="205597"/>
                  <a:pt x="202240" y="191670"/>
                  <a:pt x="202240" y="174490"/>
                </a:cubicBezTo>
                <a:cubicBezTo>
                  <a:pt x="202240" y="157311"/>
                  <a:pt x="188313" y="143384"/>
                  <a:pt x="171133" y="143384"/>
                </a:cubicBezTo>
                <a:cubicBezTo>
                  <a:pt x="153953" y="143384"/>
                  <a:pt x="140026" y="157311"/>
                  <a:pt x="140026" y="174490"/>
                </a:cubicBezTo>
                <a:cubicBezTo>
                  <a:pt x="140026" y="191670"/>
                  <a:pt x="153953" y="205597"/>
                  <a:pt x="171133" y="205597"/>
                </a:cubicBezTo>
                <a:close/>
                <a:moveTo>
                  <a:pt x="530066" y="226847"/>
                </a:moveTo>
                <a:cubicBezTo>
                  <a:pt x="547245" y="226847"/>
                  <a:pt x="561173" y="212920"/>
                  <a:pt x="561173" y="195740"/>
                </a:cubicBezTo>
                <a:cubicBezTo>
                  <a:pt x="561173" y="178561"/>
                  <a:pt x="547245" y="164633"/>
                  <a:pt x="530066" y="164633"/>
                </a:cubicBezTo>
                <a:cubicBezTo>
                  <a:pt x="512884" y="164633"/>
                  <a:pt x="498959" y="178561"/>
                  <a:pt x="498959" y="195740"/>
                </a:cubicBezTo>
                <a:cubicBezTo>
                  <a:pt x="498959" y="212920"/>
                  <a:pt x="512884" y="226847"/>
                  <a:pt x="530066" y="226847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9739" y="3840956"/>
            <a:ext cx="1357017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Implement
Snowflake Data
Lake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2348" y="4050506"/>
            <a:ext cx="671512" cy="671512"/>
          </a:xfrm>
          <a:custGeom>
            <a:avLst/>
            <a:gdLst/>
            <a:ahLst/>
            <a:cxnLst/>
            <a:rect l="0" t="0" r="0" b="0"/>
            <a:pathLst>
              <a:path w="671512" h="671512">
                <a:moveTo>
                  <a:pt x="357187" y="486632"/>
                </a:moveTo>
                <a:cubicBezTo>
                  <a:pt x="357187" y="558122"/>
                  <a:pt x="415141" y="616077"/>
                  <a:pt x="486632" y="616077"/>
                </a:cubicBezTo>
                <a:cubicBezTo>
                  <a:pt x="558122" y="616077"/>
                  <a:pt x="616077" y="558122"/>
                  <a:pt x="616077" y="486632"/>
                </a:cubicBezTo>
                <a:cubicBezTo>
                  <a:pt x="616077" y="415141"/>
                  <a:pt x="558122" y="357187"/>
                  <a:pt x="486632" y="357187"/>
                </a:cubicBezTo>
                <a:cubicBezTo>
                  <a:pt x="415141" y="357187"/>
                  <a:pt x="357187" y="415141"/>
                  <a:pt x="357187" y="486632"/>
                </a:cubicBezTo>
                <a:moveTo>
                  <a:pt x="0" y="0"/>
                </a:moveTo>
                <a:moveTo>
                  <a:pt x="671512" y="671512"/>
                </a:moveTo>
                <a:lnTo>
                  <a:pt x="578072" y="578072"/>
                </a:lnTo>
                <a:moveTo>
                  <a:pt x="285750" y="471487"/>
                </a:moveTo>
                <a:lnTo>
                  <a:pt x="14287" y="471487"/>
                </a:lnTo>
                <a:cubicBezTo>
                  <a:pt x="14634" y="438854"/>
                  <a:pt x="21432" y="406613"/>
                  <a:pt x="34289" y="376618"/>
                </a:cubicBezTo>
                <a:cubicBezTo>
                  <a:pt x="48291" y="348043"/>
                  <a:pt x="106584" y="329184"/>
                  <a:pt x="180308" y="301752"/>
                </a:cubicBezTo>
                <a:cubicBezTo>
                  <a:pt x="200025" y="294608"/>
                  <a:pt x="196881" y="242601"/>
                  <a:pt x="188023" y="232886"/>
                </a:cubicBezTo>
                <a:cubicBezTo>
                  <a:pt x="159493" y="202020"/>
                  <a:pt x="145553" y="160409"/>
                  <a:pt x="149732" y="118586"/>
                </a:cubicBezTo>
                <a:cubicBezTo>
                  <a:pt x="147438" y="92209"/>
                  <a:pt x="156138" y="66056"/>
                  <a:pt x="173775" y="46309"/>
                </a:cubicBezTo>
                <a:cubicBezTo>
                  <a:pt x="191412" y="26563"/>
                  <a:pt x="216420" y="14975"/>
                  <a:pt x="242887" y="14287"/>
                </a:cubicBezTo>
                <a:cubicBezTo>
                  <a:pt x="269463" y="14964"/>
                  <a:pt x="294569" y="26630"/>
                  <a:pt x="312224" y="46505"/>
                </a:cubicBezTo>
                <a:cubicBezTo>
                  <a:pt x="329879" y="66381"/>
                  <a:pt x="338503" y="92687"/>
                  <a:pt x="336041" y="119157"/>
                </a:cubicBezTo>
                <a:cubicBezTo>
                  <a:pt x="340221" y="160981"/>
                  <a:pt x="326281" y="202591"/>
                  <a:pt x="297751" y="233457"/>
                </a:cubicBezTo>
                <a:cubicBezTo>
                  <a:pt x="288893" y="243173"/>
                  <a:pt x="285750" y="295179"/>
                  <a:pt x="305466" y="302323"/>
                </a:cubicBezTo>
                <a:cubicBezTo>
                  <a:pt x="331470" y="312039"/>
                  <a:pt x="355758" y="320611"/>
                  <a:pt x="376618" y="329184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4830" y="3840956"/>
            <a:ext cx="1198511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Enhance Risk
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266" y="4407693"/>
            <a:ext cx="1083468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Improve risk
assessment and
mitigation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670" y="4636293"/>
            <a:ext cx="941041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Roboto"/>
              </a:rPr>
              <a:t>Centralize and
integrate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17763" y="3656424"/>
            <a:ext cx="1868631" cy="609339"/>
          </a:xfrm>
          <a:custGeom>
            <a:avLst/>
            <a:gdLst/>
            <a:ahLst/>
            <a:cxnLst/>
            <a:rect l="0" t="0" r="0" b="0"/>
            <a:pathLst>
              <a:path w="1868631" h="609339">
                <a:moveTo>
                  <a:pt x="1324132" y="540109"/>
                </a:moveTo>
                <a:cubicBezTo>
                  <a:pt x="1337032" y="544102"/>
                  <a:pt x="1353444" y="547606"/>
                  <a:pt x="1374127" y="550278"/>
                </a:cubicBezTo>
                <a:cubicBezTo>
                  <a:pt x="1410726" y="554998"/>
                  <a:pt x="1437690" y="573039"/>
                  <a:pt x="1457165" y="596078"/>
                </a:cubicBezTo>
                <a:cubicBezTo>
                  <a:pt x="1431589" y="604145"/>
                  <a:pt x="1392025" y="609339"/>
                  <a:pt x="1347613" y="609339"/>
                </a:cubicBezTo>
                <a:cubicBezTo>
                  <a:pt x="1270512" y="609339"/>
                  <a:pt x="1207999" y="593737"/>
                  <a:pt x="1207991" y="574480"/>
                </a:cubicBezTo>
                <a:cubicBezTo>
                  <a:pt x="1207991" y="557220"/>
                  <a:pt x="1258204" y="542893"/>
                  <a:pt x="1324132" y="540109"/>
                </a:cubicBezTo>
                <a:moveTo>
                  <a:pt x="1511978" y="262966"/>
                </a:moveTo>
                <a:cubicBezTo>
                  <a:pt x="1517141" y="325126"/>
                  <a:pt x="1520968" y="390626"/>
                  <a:pt x="1523580" y="459413"/>
                </a:cubicBezTo>
                <a:cubicBezTo>
                  <a:pt x="1508953" y="459991"/>
                  <a:pt x="1494185" y="460298"/>
                  <a:pt x="1479333" y="460298"/>
                </a:cubicBezTo>
                <a:cubicBezTo>
                  <a:pt x="1478980" y="460298"/>
                  <a:pt x="1478628" y="460291"/>
                  <a:pt x="1478275" y="460291"/>
                </a:cubicBezTo>
                <a:cubicBezTo>
                  <a:pt x="1431912" y="448374"/>
                  <a:pt x="1423259" y="412427"/>
                  <a:pt x="1400400" y="418948"/>
                </a:cubicBezTo>
                <a:cubicBezTo>
                  <a:pt x="1382262" y="424134"/>
                  <a:pt x="1387793" y="443098"/>
                  <a:pt x="1388963" y="459653"/>
                </a:cubicBezTo>
                <a:cubicBezTo>
                  <a:pt x="1219383" y="457649"/>
                  <a:pt x="1066801" y="452959"/>
                  <a:pt x="1066786" y="479525"/>
                </a:cubicBezTo>
                <a:cubicBezTo>
                  <a:pt x="1066786" y="510774"/>
                  <a:pt x="1120721" y="523359"/>
                  <a:pt x="1120728" y="541107"/>
                </a:cubicBezTo>
                <a:cubicBezTo>
                  <a:pt x="1120728" y="558848"/>
                  <a:pt x="1047296" y="575681"/>
                  <a:pt x="778596" y="575681"/>
                </a:cubicBezTo>
                <a:cubicBezTo>
                  <a:pt x="662118" y="575681"/>
                  <a:pt x="502819" y="567538"/>
                  <a:pt x="359715" y="551088"/>
                </a:cubicBezTo>
                <a:cubicBezTo>
                  <a:pt x="361959" y="451188"/>
                  <a:pt x="364893" y="357509"/>
                  <a:pt x="368720" y="269720"/>
                </a:cubicBezTo>
                <a:cubicBezTo>
                  <a:pt x="470595" y="344053"/>
                  <a:pt x="686298" y="395316"/>
                  <a:pt x="935921" y="395316"/>
                </a:cubicBezTo>
                <a:cubicBezTo>
                  <a:pt x="1089239" y="395316"/>
                  <a:pt x="1229762" y="375962"/>
                  <a:pt x="1338976" y="343813"/>
                </a:cubicBezTo>
                <a:cubicBezTo>
                  <a:pt x="1344199" y="343453"/>
                  <a:pt x="1349092" y="341907"/>
                  <a:pt x="1353399" y="339430"/>
                </a:cubicBezTo>
                <a:cubicBezTo>
                  <a:pt x="1420670" y="318395"/>
                  <a:pt x="1475085" y="292362"/>
                  <a:pt x="1511978" y="262966"/>
                </a:cubicBezTo>
                <a:moveTo>
                  <a:pt x="298981" y="107892"/>
                </a:moveTo>
                <a:cubicBezTo>
                  <a:pt x="288744" y="237976"/>
                  <a:pt x="281593" y="381763"/>
                  <a:pt x="276700" y="540267"/>
                </a:cubicBezTo>
                <a:cubicBezTo>
                  <a:pt x="127862" y="518361"/>
                  <a:pt x="13298" y="486196"/>
                  <a:pt x="13290" y="443481"/>
                </a:cubicBezTo>
                <a:cubicBezTo>
                  <a:pt x="13290" y="354537"/>
                  <a:pt x="271904" y="344923"/>
                  <a:pt x="271904" y="275214"/>
                </a:cubicBezTo>
                <a:cubicBezTo>
                  <a:pt x="271904" y="205504"/>
                  <a:pt x="7" y="195891"/>
                  <a:pt x="0" y="121378"/>
                </a:cubicBezTo>
                <a:cubicBezTo>
                  <a:pt x="0" y="72103"/>
                  <a:pt x="175118" y="17808"/>
                  <a:pt x="287041" y="0"/>
                </a:cubicBezTo>
                <a:lnTo>
                  <a:pt x="298981" y="107892"/>
                </a:lnTo>
                <a:moveTo>
                  <a:pt x="1205245" y="491067"/>
                </a:moveTo>
                <a:cubicBezTo>
                  <a:pt x="1204817" y="501048"/>
                  <a:pt x="1196614" y="509010"/>
                  <a:pt x="1186521" y="509010"/>
                </a:cubicBezTo>
                <a:cubicBezTo>
                  <a:pt x="1176750" y="509010"/>
                  <a:pt x="1168720" y="501536"/>
                  <a:pt x="1167842" y="491998"/>
                </a:cubicBezTo>
                <a:cubicBezTo>
                  <a:pt x="1149816" y="494189"/>
                  <a:pt x="1137396" y="498797"/>
                  <a:pt x="1137396" y="504147"/>
                </a:cubicBezTo>
                <a:cubicBezTo>
                  <a:pt x="1137396" y="511614"/>
                  <a:pt x="1161651" y="517671"/>
                  <a:pt x="1191571" y="517671"/>
                </a:cubicBezTo>
                <a:cubicBezTo>
                  <a:pt x="1221492" y="517671"/>
                  <a:pt x="1245747" y="511614"/>
                  <a:pt x="1245754" y="504147"/>
                </a:cubicBezTo>
                <a:cubicBezTo>
                  <a:pt x="1245754" y="497851"/>
                  <a:pt x="1228546" y="492575"/>
                  <a:pt x="1205245" y="491067"/>
                </a:cubicBezTo>
                <a:moveTo>
                  <a:pt x="1583789" y="9110"/>
                </a:moveTo>
                <a:cubicBezTo>
                  <a:pt x="1673701" y="26828"/>
                  <a:pt x="1790772" y="53627"/>
                  <a:pt x="1790772" y="80516"/>
                </a:cubicBezTo>
                <a:cubicBezTo>
                  <a:pt x="1790772" y="126181"/>
                  <a:pt x="1663344" y="150218"/>
                  <a:pt x="1663344" y="205504"/>
                </a:cubicBezTo>
                <a:cubicBezTo>
                  <a:pt x="1663344" y="260790"/>
                  <a:pt x="1868631" y="304061"/>
                  <a:pt x="1868631" y="354537"/>
                </a:cubicBezTo>
                <a:cubicBezTo>
                  <a:pt x="1868631" y="391752"/>
                  <a:pt x="1766554" y="431578"/>
                  <a:pt x="1632156" y="449935"/>
                </a:cubicBezTo>
                <a:cubicBezTo>
                  <a:pt x="1621417" y="432952"/>
                  <a:pt x="1617229" y="408577"/>
                  <a:pt x="1605635" y="395091"/>
                </a:cubicBezTo>
                <a:lnTo>
                  <a:pt x="1603886" y="393208"/>
                </a:lnTo>
                <a:lnTo>
                  <a:pt x="1602475" y="376345"/>
                </a:lnTo>
                <a:cubicBezTo>
                  <a:pt x="1594715" y="285765"/>
                  <a:pt x="1584179" y="202082"/>
                  <a:pt x="1570956" y="125078"/>
                </a:cubicBezTo>
                <a:lnTo>
                  <a:pt x="1583789" y="9110"/>
                </a:ln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17763" y="3656424"/>
            <a:ext cx="1868631" cy="609341"/>
          </a:xfrm>
          <a:custGeom>
            <a:avLst/>
            <a:gdLst/>
            <a:ahLst/>
            <a:cxnLst/>
            <a:rect l="0" t="0" r="0" b="0"/>
            <a:pathLst>
              <a:path w="1868631" h="609341">
                <a:moveTo>
                  <a:pt x="1324134" y="540107"/>
                </a:moveTo>
                <a:cubicBezTo>
                  <a:pt x="1337036" y="544099"/>
                  <a:pt x="1353445" y="547610"/>
                  <a:pt x="1374130" y="550279"/>
                </a:cubicBezTo>
                <a:cubicBezTo>
                  <a:pt x="1410729" y="555002"/>
                  <a:pt x="1437689" y="573041"/>
                  <a:pt x="1457164" y="596076"/>
                </a:cubicBezTo>
                <a:cubicBezTo>
                  <a:pt x="1431592" y="604147"/>
                  <a:pt x="1392027" y="609341"/>
                  <a:pt x="1347615" y="609341"/>
                </a:cubicBezTo>
                <a:cubicBezTo>
                  <a:pt x="1270509" y="609341"/>
                  <a:pt x="1207996" y="593733"/>
                  <a:pt x="1207990" y="574478"/>
                </a:cubicBezTo>
                <a:cubicBezTo>
                  <a:pt x="1207990" y="557221"/>
                  <a:pt x="1258203" y="542896"/>
                  <a:pt x="1324134" y="540107"/>
                </a:cubicBezTo>
                <a:close/>
                <a:moveTo>
                  <a:pt x="1511975" y="262966"/>
                </a:moveTo>
                <a:cubicBezTo>
                  <a:pt x="1517137" y="325123"/>
                  <a:pt x="1520969" y="390624"/>
                  <a:pt x="1523584" y="459411"/>
                </a:cubicBezTo>
                <a:cubicBezTo>
                  <a:pt x="1508954" y="459987"/>
                  <a:pt x="1494182" y="460298"/>
                  <a:pt x="1479333" y="460298"/>
                </a:cubicBezTo>
                <a:cubicBezTo>
                  <a:pt x="1478981" y="460298"/>
                  <a:pt x="1478630" y="460291"/>
                  <a:pt x="1478278" y="460291"/>
                </a:cubicBezTo>
                <a:cubicBezTo>
                  <a:pt x="1431912" y="448374"/>
                  <a:pt x="1423258" y="412424"/>
                  <a:pt x="1400403" y="418950"/>
                </a:cubicBezTo>
                <a:cubicBezTo>
                  <a:pt x="1382259" y="424134"/>
                  <a:pt x="1387794" y="443096"/>
                  <a:pt x="1388963" y="459653"/>
                </a:cubicBezTo>
                <a:cubicBezTo>
                  <a:pt x="1219382" y="457648"/>
                  <a:pt x="1066799" y="452959"/>
                  <a:pt x="1066788" y="479528"/>
                </a:cubicBezTo>
                <a:cubicBezTo>
                  <a:pt x="1066788" y="510775"/>
                  <a:pt x="1120721" y="523357"/>
                  <a:pt x="1120727" y="541103"/>
                </a:cubicBezTo>
                <a:cubicBezTo>
                  <a:pt x="1120727" y="558851"/>
                  <a:pt x="1047299" y="575680"/>
                  <a:pt x="778596" y="575680"/>
                </a:cubicBezTo>
                <a:cubicBezTo>
                  <a:pt x="662120" y="575680"/>
                  <a:pt x="502822" y="567541"/>
                  <a:pt x="359712" y="551085"/>
                </a:cubicBezTo>
                <a:cubicBezTo>
                  <a:pt x="361956" y="451185"/>
                  <a:pt x="364891" y="357512"/>
                  <a:pt x="368719" y="269723"/>
                </a:cubicBezTo>
                <a:cubicBezTo>
                  <a:pt x="470595" y="344050"/>
                  <a:pt x="686295" y="395314"/>
                  <a:pt x="935921" y="395315"/>
                </a:cubicBezTo>
                <a:cubicBezTo>
                  <a:pt x="1089241" y="395315"/>
                  <a:pt x="1229761" y="375960"/>
                  <a:pt x="1338975" y="343816"/>
                </a:cubicBezTo>
                <a:cubicBezTo>
                  <a:pt x="1344201" y="343455"/>
                  <a:pt x="1349094" y="341905"/>
                  <a:pt x="1353398" y="339434"/>
                </a:cubicBezTo>
                <a:cubicBezTo>
                  <a:pt x="1420668" y="318394"/>
                  <a:pt x="1475086" y="292361"/>
                  <a:pt x="1511975" y="262966"/>
                </a:cubicBezTo>
                <a:close/>
                <a:moveTo>
                  <a:pt x="298979" y="107892"/>
                </a:moveTo>
                <a:cubicBezTo>
                  <a:pt x="288746" y="237975"/>
                  <a:pt x="281593" y="381761"/>
                  <a:pt x="276700" y="540268"/>
                </a:cubicBezTo>
                <a:cubicBezTo>
                  <a:pt x="127860" y="518357"/>
                  <a:pt x="13300" y="486193"/>
                  <a:pt x="13294" y="443478"/>
                </a:cubicBezTo>
                <a:cubicBezTo>
                  <a:pt x="13294" y="354540"/>
                  <a:pt x="271907" y="344921"/>
                  <a:pt x="271907" y="275213"/>
                </a:cubicBezTo>
                <a:cubicBezTo>
                  <a:pt x="271905" y="205505"/>
                  <a:pt x="6" y="195890"/>
                  <a:pt x="0" y="121377"/>
                </a:cubicBezTo>
                <a:cubicBezTo>
                  <a:pt x="0" y="72104"/>
                  <a:pt x="175115" y="17812"/>
                  <a:pt x="287041" y="0"/>
                </a:cubicBezTo>
                <a:close/>
                <a:moveTo>
                  <a:pt x="1205242" y="491063"/>
                </a:moveTo>
                <a:cubicBezTo>
                  <a:pt x="1204814" y="501046"/>
                  <a:pt x="1196611" y="509010"/>
                  <a:pt x="1186524" y="509011"/>
                </a:cubicBezTo>
                <a:cubicBezTo>
                  <a:pt x="1176751" y="509011"/>
                  <a:pt x="1168723" y="501538"/>
                  <a:pt x="1167843" y="491994"/>
                </a:cubicBezTo>
                <a:cubicBezTo>
                  <a:pt x="1149814" y="494191"/>
                  <a:pt x="1137392" y="498798"/>
                  <a:pt x="1137392" y="504145"/>
                </a:cubicBezTo>
                <a:cubicBezTo>
                  <a:pt x="1137397" y="511617"/>
                  <a:pt x="1161652" y="517674"/>
                  <a:pt x="1191573" y="517674"/>
                </a:cubicBezTo>
                <a:cubicBezTo>
                  <a:pt x="1221494" y="517674"/>
                  <a:pt x="1245750" y="511617"/>
                  <a:pt x="1245754" y="504145"/>
                </a:cubicBezTo>
                <a:cubicBezTo>
                  <a:pt x="1245754" y="497852"/>
                  <a:pt x="1228547" y="492576"/>
                  <a:pt x="1205242" y="491063"/>
                </a:cubicBezTo>
                <a:close/>
                <a:moveTo>
                  <a:pt x="1583788" y="9109"/>
                </a:moveTo>
                <a:cubicBezTo>
                  <a:pt x="1673698" y="26824"/>
                  <a:pt x="1790772" y="53628"/>
                  <a:pt x="1790772" y="80520"/>
                </a:cubicBezTo>
                <a:cubicBezTo>
                  <a:pt x="1790769" y="126182"/>
                  <a:pt x="1663345" y="150219"/>
                  <a:pt x="1663341" y="205502"/>
                </a:cubicBezTo>
                <a:cubicBezTo>
                  <a:pt x="1663341" y="260788"/>
                  <a:pt x="1868631" y="304060"/>
                  <a:pt x="1868631" y="354538"/>
                </a:cubicBezTo>
                <a:cubicBezTo>
                  <a:pt x="1868629" y="391755"/>
                  <a:pt x="1766557" y="431577"/>
                  <a:pt x="1632158" y="449935"/>
                </a:cubicBezTo>
                <a:cubicBezTo>
                  <a:pt x="1621417" y="432949"/>
                  <a:pt x="1617226" y="408575"/>
                  <a:pt x="1605635" y="395095"/>
                </a:cubicBezTo>
                <a:lnTo>
                  <a:pt x="1603884" y="393211"/>
                </a:lnTo>
                <a:lnTo>
                  <a:pt x="1602477" y="376348"/>
                </a:lnTo>
                <a:cubicBezTo>
                  <a:pt x="1594713" y="285766"/>
                  <a:pt x="1584175" y="202080"/>
                  <a:pt x="1570956" y="125078"/>
                </a:cubicBezTo>
                <a:close/>
              </a:path>
            </a:pathLst>
          </a:custGeom>
          <a:noFill/>
          <a:ln w="1125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Group 8"/>
          <p:cNvGrpSpPr/>
          <p:nvPr/>
        </p:nvGrpSpPr>
        <p:grpSpPr>
          <a:xfrm>
            <a:off x="3645747" y="2014393"/>
            <a:ext cx="1814989" cy="2037341"/>
            <a:chOff x="1602414" y="1568450"/>
            <a:chExt cx="1814989" cy="2037341"/>
          </a:xfrm>
        </p:grpSpPr>
        <p:sp>
          <p:nvSpPr>
            <p:cNvPr id="4" name="Rounded Rectangle 3"/>
            <p:cNvSpPr/>
            <p:nvPr/>
          </p:nvSpPr>
          <p:spPr>
            <a:xfrm>
              <a:off x="1602414" y="2069791"/>
              <a:ext cx="1814989" cy="576454"/>
            </a:xfrm>
            <a:custGeom>
              <a:avLst/>
              <a:gdLst/>
              <a:ahLst/>
              <a:cxnLst/>
              <a:rect l="0" t="0" r="0" b="0"/>
              <a:pathLst>
                <a:path w="1814989" h="576454">
                  <a:moveTo>
                    <a:pt x="146931" y="440666"/>
                  </a:moveTo>
                  <a:cubicBezTo>
                    <a:pt x="159861" y="462902"/>
                    <a:pt x="173827" y="484515"/>
                    <a:pt x="188761" y="505446"/>
                  </a:cubicBezTo>
                  <a:lnTo>
                    <a:pt x="196626" y="576454"/>
                  </a:lnTo>
                  <a:cubicBezTo>
                    <a:pt x="162300" y="534969"/>
                    <a:pt x="131839" y="490399"/>
                    <a:pt x="105754" y="443255"/>
                  </a:cubicBezTo>
                  <a:cubicBezTo>
                    <a:pt x="119607" y="441987"/>
                    <a:pt x="133340" y="441109"/>
                    <a:pt x="146931" y="440666"/>
                  </a:cubicBezTo>
                  <a:moveTo>
                    <a:pt x="1773361" y="10731"/>
                  </a:moveTo>
                  <a:cubicBezTo>
                    <a:pt x="1797226" y="16690"/>
                    <a:pt x="1814741" y="37867"/>
                    <a:pt x="1814989" y="62903"/>
                  </a:cubicBezTo>
                  <a:lnTo>
                    <a:pt x="1814989" y="65342"/>
                  </a:lnTo>
                  <a:cubicBezTo>
                    <a:pt x="1808227" y="258336"/>
                    <a:pt x="1736094" y="435233"/>
                    <a:pt x="1619255" y="576454"/>
                  </a:cubicBezTo>
                  <a:lnTo>
                    <a:pt x="1627120" y="505438"/>
                  </a:lnTo>
                  <a:cubicBezTo>
                    <a:pt x="1717430" y="378889"/>
                    <a:pt x="1772243" y="227342"/>
                    <a:pt x="1777939" y="64051"/>
                  </a:cubicBezTo>
                  <a:lnTo>
                    <a:pt x="1777939" y="62580"/>
                  </a:lnTo>
                  <a:cubicBezTo>
                    <a:pt x="1777526" y="55248"/>
                    <a:pt x="1772235" y="48621"/>
                    <a:pt x="1764393" y="46663"/>
                  </a:cubicBezTo>
                  <a:lnTo>
                    <a:pt x="1726225" y="37155"/>
                  </a:lnTo>
                  <a:lnTo>
                    <a:pt x="1730315" y="0"/>
                  </a:lnTo>
                  <a:lnTo>
                    <a:pt x="1773361" y="10731"/>
                  </a:lnTo>
                  <a:moveTo>
                    <a:pt x="88628" y="37410"/>
                  </a:moveTo>
                  <a:lnTo>
                    <a:pt x="51481" y="46663"/>
                  </a:lnTo>
                  <a:cubicBezTo>
                    <a:pt x="43113" y="48749"/>
                    <a:pt x="37650" y="56149"/>
                    <a:pt x="37927" y="64051"/>
                  </a:cubicBezTo>
                  <a:cubicBezTo>
                    <a:pt x="42243" y="187763"/>
                    <a:pt x="74767" y="304737"/>
                    <a:pt x="129543" y="409207"/>
                  </a:cubicBezTo>
                  <a:cubicBezTo>
                    <a:pt x="116350" y="409883"/>
                    <a:pt x="102969" y="410918"/>
                    <a:pt x="89439" y="412307"/>
                  </a:cubicBezTo>
                  <a:cubicBezTo>
                    <a:pt x="36577" y="306770"/>
                    <a:pt x="5238" y="189377"/>
                    <a:pt x="908" y="65342"/>
                  </a:cubicBezTo>
                  <a:cubicBezTo>
                    <a:pt x="0" y="39256"/>
                    <a:pt x="17875" y="16877"/>
                    <a:pt x="42505" y="10731"/>
                  </a:cubicBezTo>
                  <a:lnTo>
                    <a:pt x="84508" y="262"/>
                  </a:lnTo>
                  <a:lnTo>
                    <a:pt x="88628" y="37410"/>
                  </a:lnTo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726284" y="1988937"/>
              <a:ext cx="1568134" cy="1616854"/>
            </a:xfrm>
            <a:custGeom>
              <a:avLst/>
              <a:gdLst/>
              <a:ahLst/>
              <a:cxnLst/>
              <a:rect l="0" t="0" r="0" b="0"/>
              <a:pathLst>
                <a:path w="1568134" h="1616854">
                  <a:moveTo>
                    <a:pt x="1486200" y="740300"/>
                  </a:moveTo>
                  <a:cubicBezTo>
                    <a:pt x="1430388" y="732368"/>
                    <a:pt x="1374307" y="731310"/>
                    <a:pt x="1318338" y="737869"/>
                  </a:cubicBezTo>
                  <a:cubicBezTo>
                    <a:pt x="1313918" y="738394"/>
                    <a:pt x="1309483" y="740811"/>
                    <a:pt x="1308710" y="745193"/>
                  </a:cubicBezTo>
                  <a:cubicBezTo>
                    <a:pt x="1307344" y="752991"/>
                    <a:pt x="1313175" y="758596"/>
                    <a:pt x="1323381" y="754131"/>
                  </a:cubicBezTo>
                  <a:cubicBezTo>
                    <a:pt x="1325580" y="753163"/>
                    <a:pt x="1327876" y="752360"/>
                    <a:pt x="1330278" y="752233"/>
                  </a:cubicBezTo>
                  <a:cubicBezTo>
                    <a:pt x="1380701" y="749561"/>
                    <a:pt x="1431949" y="753816"/>
                    <a:pt x="1483536" y="764367"/>
                  </a:cubicBezTo>
                  <a:lnTo>
                    <a:pt x="1419094" y="1346630"/>
                  </a:lnTo>
                  <a:cubicBezTo>
                    <a:pt x="1328649" y="819759"/>
                    <a:pt x="1112473" y="605856"/>
                    <a:pt x="797463" y="637676"/>
                  </a:cubicBezTo>
                  <a:cubicBezTo>
                    <a:pt x="780945" y="639349"/>
                    <a:pt x="771639" y="659236"/>
                    <a:pt x="795699" y="663656"/>
                  </a:cubicBezTo>
                  <a:cubicBezTo>
                    <a:pt x="796855" y="663867"/>
                    <a:pt x="798100" y="663882"/>
                    <a:pt x="799271" y="663769"/>
                  </a:cubicBezTo>
                  <a:cubicBezTo>
                    <a:pt x="1156367" y="631499"/>
                    <a:pt x="1313235" y="920064"/>
                    <a:pt x="1360116" y="1484511"/>
                  </a:cubicBezTo>
                  <a:cubicBezTo>
                    <a:pt x="1323231" y="1513906"/>
                    <a:pt x="1268808" y="1539940"/>
                    <a:pt x="1201537" y="1560975"/>
                  </a:cubicBezTo>
                  <a:cubicBezTo>
                    <a:pt x="1211683" y="1555151"/>
                    <a:pt x="1218528" y="1544225"/>
                    <a:pt x="1218528" y="1531685"/>
                  </a:cubicBezTo>
                  <a:cubicBezTo>
                    <a:pt x="1218528" y="1513036"/>
                    <a:pt x="1203406" y="1497914"/>
                    <a:pt x="1184757" y="1497914"/>
                  </a:cubicBezTo>
                  <a:cubicBezTo>
                    <a:pt x="1166108" y="1497914"/>
                    <a:pt x="1150987" y="1513036"/>
                    <a:pt x="1150987" y="1531685"/>
                  </a:cubicBezTo>
                  <a:cubicBezTo>
                    <a:pt x="1150987" y="1550334"/>
                    <a:pt x="1166108" y="1565455"/>
                    <a:pt x="1184757" y="1565455"/>
                  </a:cubicBezTo>
                  <a:cubicBezTo>
                    <a:pt x="1185553" y="1565455"/>
                    <a:pt x="1186333" y="1565410"/>
                    <a:pt x="1187114" y="1565358"/>
                  </a:cubicBezTo>
                  <a:cubicBezTo>
                    <a:pt x="1077907" y="1597500"/>
                    <a:pt x="937385" y="1616854"/>
                    <a:pt x="784059" y="1616854"/>
                  </a:cubicBezTo>
                  <a:cubicBezTo>
                    <a:pt x="534436" y="1616854"/>
                    <a:pt x="318733" y="1565590"/>
                    <a:pt x="216858" y="1491258"/>
                  </a:cubicBezTo>
                  <a:cubicBezTo>
                    <a:pt x="254434" y="629571"/>
                    <a:pt x="377163" y="334800"/>
                    <a:pt x="758304" y="281968"/>
                  </a:cubicBezTo>
                  <a:cubicBezTo>
                    <a:pt x="767512" y="280685"/>
                    <a:pt x="775752" y="276302"/>
                    <a:pt x="775752" y="267004"/>
                  </a:cubicBezTo>
                  <a:cubicBezTo>
                    <a:pt x="775752" y="260692"/>
                    <a:pt x="771872" y="255162"/>
                    <a:pt x="766071" y="253203"/>
                  </a:cubicBezTo>
                  <a:cubicBezTo>
                    <a:pt x="764728" y="252745"/>
                    <a:pt x="763234" y="252753"/>
                    <a:pt x="761823" y="252903"/>
                  </a:cubicBezTo>
                  <a:cubicBezTo>
                    <a:pt x="360916" y="297112"/>
                    <a:pt x="204919" y="594712"/>
                    <a:pt x="147119" y="1329430"/>
                  </a:cubicBezTo>
                  <a:lnTo>
                    <a:pt x="57687" y="521318"/>
                  </a:lnTo>
                  <a:cubicBezTo>
                    <a:pt x="133873" y="522871"/>
                    <a:pt x="204881" y="538053"/>
                    <a:pt x="266914" y="567561"/>
                  </a:cubicBezTo>
                  <a:cubicBezTo>
                    <a:pt x="276054" y="571906"/>
                    <a:pt x="286868" y="565497"/>
                    <a:pt x="287033" y="555381"/>
                  </a:cubicBezTo>
                  <a:cubicBezTo>
                    <a:pt x="287108" y="550570"/>
                    <a:pt x="284714" y="546113"/>
                    <a:pt x="280527" y="543734"/>
                  </a:cubicBezTo>
                  <a:cubicBezTo>
                    <a:pt x="219110" y="508920"/>
                    <a:pt x="141415" y="490677"/>
                    <a:pt x="54137" y="489206"/>
                  </a:cubicBezTo>
                  <a:lnTo>
                    <a:pt x="0" y="0"/>
                  </a:lnTo>
                  <a:cubicBezTo>
                    <a:pt x="129866" y="79458"/>
                    <a:pt x="432029" y="135156"/>
                    <a:pt x="784059" y="135156"/>
                  </a:cubicBezTo>
                  <a:cubicBezTo>
                    <a:pt x="1136090" y="135156"/>
                    <a:pt x="1438261" y="79458"/>
                    <a:pt x="1568134" y="0"/>
                  </a:cubicBezTo>
                  <a:lnTo>
                    <a:pt x="1486200" y="740300"/>
                  </a:lnTo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658367" y="1568450"/>
              <a:ext cx="1703959" cy="555636"/>
            </a:xfrm>
            <a:custGeom>
              <a:avLst/>
              <a:gdLst/>
              <a:ahLst/>
              <a:cxnLst/>
              <a:rect l="0" t="0" r="0" b="0"/>
              <a:pathLst>
                <a:path w="1703959" h="555636">
                  <a:moveTo>
                    <a:pt x="851983" y="0"/>
                  </a:moveTo>
                  <a:cubicBezTo>
                    <a:pt x="381448" y="0"/>
                    <a:pt x="0" y="99510"/>
                    <a:pt x="0" y="222254"/>
                  </a:cubicBezTo>
                  <a:lnTo>
                    <a:pt x="0" y="333381"/>
                  </a:lnTo>
                  <a:cubicBezTo>
                    <a:pt x="0" y="364293"/>
                    <a:pt x="24194" y="393733"/>
                    <a:pt x="67916" y="420487"/>
                  </a:cubicBezTo>
                  <a:cubicBezTo>
                    <a:pt x="197782" y="499937"/>
                    <a:pt x="499952" y="555636"/>
                    <a:pt x="851983" y="555636"/>
                  </a:cubicBezTo>
                  <a:cubicBezTo>
                    <a:pt x="1204014" y="555636"/>
                    <a:pt x="1506177" y="499937"/>
                    <a:pt x="1636050" y="420487"/>
                  </a:cubicBezTo>
                  <a:cubicBezTo>
                    <a:pt x="1679764" y="393733"/>
                    <a:pt x="1703959" y="364293"/>
                    <a:pt x="1703959" y="333381"/>
                  </a:cubicBezTo>
                  <a:lnTo>
                    <a:pt x="1703959" y="222254"/>
                  </a:lnTo>
                  <a:cubicBezTo>
                    <a:pt x="1703959" y="99510"/>
                    <a:pt x="1322518" y="0"/>
                    <a:pt x="851983" y="0"/>
                  </a:cubicBezTo>
                  <a:moveTo>
                    <a:pt x="74084" y="222254"/>
                  </a:moveTo>
                  <a:cubicBezTo>
                    <a:pt x="74084" y="119967"/>
                    <a:pt x="422363" y="37042"/>
                    <a:pt x="851983" y="37042"/>
                  </a:cubicBezTo>
                  <a:cubicBezTo>
                    <a:pt x="1281603" y="37042"/>
                    <a:pt x="1629874" y="119967"/>
                    <a:pt x="1629874" y="222254"/>
                  </a:cubicBezTo>
                  <a:cubicBezTo>
                    <a:pt x="1629874" y="253473"/>
                    <a:pt x="1597440" y="282883"/>
                    <a:pt x="1540150" y="308684"/>
                  </a:cubicBezTo>
                  <a:cubicBezTo>
                    <a:pt x="1409728" y="367437"/>
                    <a:pt x="1150491" y="407466"/>
                    <a:pt x="851983" y="407466"/>
                  </a:cubicBezTo>
                  <a:cubicBezTo>
                    <a:pt x="553475" y="407466"/>
                    <a:pt x="294238" y="367437"/>
                    <a:pt x="163809" y="308684"/>
                  </a:cubicBezTo>
                  <a:cubicBezTo>
                    <a:pt x="106527" y="282883"/>
                    <a:pt x="74084" y="253473"/>
                    <a:pt x="74084" y="222254"/>
                  </a:cubicBezTo>
                  <a:moveTo>
                    <a:pt x="1540150" y="308684"/>
                  </a:moveTo>
                  <a:cubicBezTo>
                    <a:pt x="1597440" y="282883"/>
                    <a:pt x="1629874" y="253473"/>
                    <a:pt x="1629874" y="222254"/>
                  </a:cubicBezTo>
                  <a:cubicBezTo>
                    <a:pt x="1629874" y="119967"/>
                    <a:pt x="1281603" y="37042"/>
                    <a:pt x="851983" y="37042"/>
                  </a:cubicBezTo>
                  <a:cubicBezTo>
                    <a:pt x="422363" y="37042"/>
                    <a:pt x="74084" y="119967"/>
                    <a:pt x="74084" y="222254"/>
                  </a:cubicBezTo>
                  <a:cubicBezTo>
                    <a:pt x="74084" y="253473"/>
                    <a:pt x="106527" y="282883"/>
                    <a:pt x="163809" y="308684"/>
                  </a:cubicBezTo>
                  <a:cubicBezTo>
                    <a:pt x="294238" y="249938"/>
                    <a:pt x="553475" y="209909"/>
                    <a:pt x="851983" y="209909"/>
                  </a:cubicBezTo>
                  <a:cubicBezTo>
                    <a:pt x="1150491" y="209909"/>
                    <a:pt x="1409728" y="249938"/>
                    <a:pt x="1540150" y="308684"/>
                  </a:cubicBezTo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685061" y="2003195"/>
              <a:ext cx="60741" cy="161880"/>
            </a:xfrm>
            <a:custGeom>
              <a:avLst/>
              <a:gdLst/>
              <a:ahLst/>
              <a:cxnLst/>
              <a:rect l="0" t="0" r="0" b="0"/>
              <a:pathLst>
                <a:path w="60741" h="161880">
                  <a:moveTo>
                    <a:pt x="1238" y="61117"/>
                  </a:moveTo>
                  <a:cubicBezTo>
                    <a:pt x="0" y="49920"/>
                    <a:pt x="3924" y="38768"/>
                    <a:pt x="11902" y="30821"/>
                  </a:cubicBezTo>
                  <a:lnTo>
                    <a:pt x="42813" y="0"/>
                  </a:lnTo>
                  <a:lnTo>
                    <a:pt x="60741" y="161880"/>
                  </a:lnTo>
                  <a:cubicBezTo>
                    <a:pt x="46633" y="152935"/>
                    <a:pt x="36006" y="146398"/>
                    <a:pt x="23834" y="138789"/>
                  </a:cubicBezTo>
                  <a:cubicBezTo>
                    <a:pt x="14288" y="132830"/>
                    <a:pt x="8044" y="122804"/>
                    <a:pt x="6814" y="111622"/>
                  </a:cubicBezTo>
                  <a:lnTo>
                    <a:pt x="1238" y="61117"/>
                  </a:lnTo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274929" y="2004073"/>
              <a:ext cx="59653" cy="160829"/>
            </a:xfrm>
            <a:custGeom>
              <a:avLst/>
              <a:gdLst/>
              <a:ahLst/>
              <a:cxnLst/>
              <a:rect l="0" t="0" r="0" b="0"/>
              <a:pathLst>
                <a:path w="59653" h="160829">
                  <a:moveTo>
                    <a:pt x="58415" y="60208"/>
                  </a:moveTo>
                  <a:cubicBezTo>
                    <a:pt x="59653" y="49034"/>
                    <a:pt x="55743" y="37897"/>
                    <a:pt x="47788" y="29950"/>
                  </a:cubicBezTo>
                  <a:lnTo>
                    <a:pt x="17830" y="0"/>
                  </a:lnTo>
                  <a:lnTo>
                    <a:pt x="0" y="160829"/>
                  </a:lnTo>
                  <a:lnTo>
                    <a:pt x="35909" y="137971"/>
                  </a:lnTo>
                  <a:cubicBezTo>
                    <a:pt x="45379" y="131944"/>
                    <a:pt x="51601" y="121948"/>
                    <a:pt x="52831" y="110789"/>
                  </a:cubicBezTo>
                  <a:lnTo>
                    <a:pt x="58415" y="60208"/>
                  </a:lnTo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645749" y="2014393"/>
            <a:ext cx="1814986" cy="2037344"/>
            <a:chOff x="1602416" y="1568450"/>
            <a:chExt cx="1814986" cy="2037344"/>
          </a:xfrm>
        </p:grpSpPr>
        <p:sp>
          <p:nvSpPr>
            <p:cNvPr id="10" name="Rounded Rectangle 9"/>
            <p:cNvSpPr/>
            <p:nvPr/>
          </p:nvSpPr>
          <p:spPr>
            <a:xfrm>
              <a:off x="1602416" y="2069788"/>
              <a:ext cx="1814986" cy="576457"/>
            </a:xfrm>
            <a:custGeom>
              <a:avLst/>
              <a:gdLst/>
              <a:ahLst/>
              <a:cxnLst/>
              <a:rect l="0" t="0" r="0" b="0"/>
              <a:pathLst>
                <a:path w="1814986" h="576457">
                  <a:moveTo>
                    <a:pt x="146925" y="440672"/>
                  </a:moveTo>
                  <a:cubicBezTo>
                    <a:pt x="159857" y="462908"/>
                    <a:pt x="173821" y="484521"/>
                    <a:pt x="188757" y="505449"/>
                  </a:cubicBezTo>
                  <a:lnTo>
                    <a:pt x="196620" y="576457"/>
                  </a:lnTo>
                  <a:cubicBezTo>
                    <a:pt x="162297" y="534972"/>
                    <a:pt x="131835" y="490404"/>
                    <a:pt x="105752" y="443258"/>
                  </a:cubicBezTo>
                  <a:cubicBezTo>
                    <a:pt x="119605" y="441991"/>
                    <a:pt x="133334" y="441114"/>
                    <a:pt x="146925" y="440672"/>
                  </a:cubicBezTo>
                  <a:close/>
                  <a:moveTo>
                    <a:pt x="1773359" y="10736"/>
                  </a:moveTo>
                  <a:cubicBezTo>
                    <a:pt x="1797223" y="16689"/>
                    <a:pt x="1814741" y="37873"/>
                    <a:pt x="1814986" y="62909"/>
                  </a:cubicBezTo>
                  <a:lnTo>
                    <a:pt x="1814957" y="65342"/>
                  </a:lnTo>
                  <a:cubicBezTo>
                    <a:pt x="1808223" y="258340"/>
                    <a:pt x="1736094" y="435235"/>
                    <a:pt x="1619252" y="576457"/>
                  </a:cubicBezTo>
                  <a:lnTo>
                    <a:pt x="1627116" y="505443"/>
                  </a:lnTo>
                  <a:cubicBezTo>
                    <a:pt x="1717424" y="378891"/>
                    <a:pt x="1772242" y="227346"/>
                    <a:pt x="1777940" y="64052"/>
                  </a:cubicBezTo>
                  <a:lnTo>
                    <a:pt x="1777925" y="62579"/>
                  </a:lnTo>
                  <a:cubicBezTo>
                    <a:pt x="1777522" y="55248"/>
                    <a:pt x="1772230" y="48624"/>
                    <a:pt x="1764389" y="46669"/>
                  </a:cubicBezTo>
                  <a:lnTo>
                    <a:pt x="1726221" y="37156"/>
                  </a:lnTo>
                  <a:lnTo>
                    <a:pt x="1730311" y="0"/>
                  </a:lnTo>
                  <a:lnTo>
                    <a:pt x="1773359" y="10736"/>
                  </a:lnTo>
                  <a:close/>
                  <a:moveTo>
                    <a:pt x="88625" y="37413"/>
                  </a:moveTo>
                  <a:lnTo>
                    <a:pt x="51476" y="46669"/>
                  </a:lnTo>
                  <a:cubicBezTo>
                    <a:pt x="43112" y="48754"/>
                    <a:pt x="37651" y="56150"/>
                    <a:pt x="37925" y="64052"/>
                  </a:cubicBezTo>
                  <a:cubicBezTo>
                    <a:pt x="42242" y="187769"/>
                    <a:pt x="74761" y="304740"/>
                    <a:pt x="129541" y="409210"/>
                  </a:cubicBezTo>
                  <a:cubicBezTo>
                    <a:pt x="116344" y="409886"/>
                    <a:pt x="102970" y="410918"/>
                    <a:pt x="89439" y="412310"/>
                  </a:cubicBezTo>
                  <a:cubicBezTo>
                    <a:pt x="36577" y="306770"/>
                    <a:pt x="5235" y="189382"/>
                    <a:pt x="908" y="65342"/>
                  </a:cubicBezTo>
                  <a:cubicBezTo>
                    <a:pt x="0" y="39256"/>
                    <a:pt x="17872" y="16881"/>
                    <a:pt x="42506" y="10736"/>
                  </a:cubicBezTo>
                  <a:lnTo>
                    <a:pt x="84507" y="264"/>
                  </a:lnTo>
                  <a:lnTo>
                    <a:pt x="88625" y="37413"/>
                  </a:lnTo>
                  <a:close/>
                </a:path>
              </a:pathLst>
            </a:custGeom>
            <a:noFill/>
            <a:ln w="1125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726282" y="1988939"/>
              <a:ext cx="1568134" cy="1616855"/>
            </a:xfrm>
            <a:custGeom>
              <a:avLst/>
              <a:gdLst/>
              <a:ahLst/>
              <a:cxnLst/>
              <a:rect l="0" t="0" r="0" b="0"/>
              <a:pathLst>
                <a:path w="1568134" h="1616855">
                  <a:moveTo>
                    <a:pt x="1486200" y="740297"/>
                  </a:moveTo>
                  <a:cubicBezTo>
                    <a:pt x="1430391" y="732367"/>
                    <a:pt x="1374308" y="731306"/>
                    <a:pt x="1318337" y="737870"/>
                  </a:cubicBezTo>
                  <a:cubicBezTo>
                    <a:pt x="1313920" y="738390"/>
                    <a:pt x="1309486" y="740812"/>
                    <a:pt x="1308714" y="745192"/>
                  </a:cubicBezTo>
                  <a:cubicBezTo>
                    <a:pt x="1307342" y="752988"/>
                    <a:pt x="1313174" y="758596"/>
                    <a:pt x="1323380" y="754126"/>
                  </a:cubicBezTo>
                  <a:cubicBezTo>
                    <a:pt x="1325584" y="753159"/>
                    <a:pt x="1327879" y="752355"/>
                    <a:pt x="1330283" y="752227"/>
                  </a:cubicBezTo>
                  <a:cubicBezTo>
                    <a:pt x="1380699" y="749559"/>
                    <a:pt x="1431954" y="753815"/>
                    <a:pt x="1483539" y="764364"/>
                  </a:cubicBezTo>
                  <a:lnTo>
                    <a:pt x="1419099" y="1346626"/>
                  </a:lnTo>
                  <a:cubicBezTo>
                    <a:pt x="1328652" y="819759"/>
                    <a:pt x="1112478" y="605854"/>
                    <a:pt x="797467" y="637673"/>
                  </a:cubicBezTo>
                  <a:cubicBezTo>
                    <a:pt x="780948" y="639344"/>
                    <a:pt x="771640" y="659236"/>
                    <a:pt x="795701" y="663653"/>
                  </a:cubicBezTo>
                  <a:cubicBezTo>
                    <a:pt x="796858" y="663866"/>
                    <a:pt x="798100" y="663876"/>
                    <a:pt x="799270" y="663771"/>
                  </a:cubicBezTo>
                  <a:cubicBezTo>
                    <a:pt x="1156367" y="631499"/>
                    <a:pt x="1313240" y="920060"/>
                    <a:pt x="1360118" y="1484507"/>
                  </a:cubicBezTo>
                  <a:cubicBezTo>
                    <a:pt x="1323229" y="1513902"/>
                    <a:pt x="1268811" y="1539934"/>
                    <a:pt x="1201540" y="1560974"/>
                  </a:cubicBezTo>
                  <a:cubicBezTo>
                    <a:pt x="1211685" y="1555148"/>
                    <a:pt x="1218528" y="1544220"/>
                    <a:pt x="1218528" y="1531682"/>
                  </a:cubicBezTo>
                  <a:cubicBezTo>
                    <a:pt x="1218528" y="1513032"/>
                    <a:pt x="1203407" y="1497913"/>
                    <a:pt x="1184758" y="1497911"/>
                  </a:cubicBezTo>
                  <a:cubicBezTo>
                    <a:pt x="1166107" y="1497911"/>
                    <a:pt x="1150987" y="1513031"/>
                    <a:pt x="1150987" y="1531682"/>
                  </a:cubicBezTo>
                  <a:cubicBezTo>
                    <a:pt x="1150987" y="1550333"/>
                    <a:pt x="1166107" y="1565452"/>
                    <a:pt x="1184758" y="1565452"/>
                  </a:cubicBezTo>
                  <a:cubicBezTo>
                    <a:pt x="1185551" y="1565452"/>
                    <a:pt x="1186338" y="1565411"/>
                    <a:pt x="1187117" y="1565357"/>
                  </a:cubicBezTo>
                  <a:cubicBezTo>
                    <a:pt x="1077906" y="1597500"/>
                    <a:pt x="937384" y="1616855"/>
                    <a:pt x="784063" y="1616855"/>
                  </a:cubicBezTo>
                  <a:cubicBezTo>
                    <a:pt x="534434" y="1616855"/>
                    <a:pt x="318734" y="1565585"/>
                    <a:pt x="216862" y="1491257"/>
                  </a:cubicBezTo>
                  <a:cubicBezTo>
                    <a:pt x="254438" y="629566"/>
                    <a:pt x="377161" y="334799"/>
                    <a:pt x="758303" y="281963"/>
                  </a:cubicBezTo>
                  <a:cubicBezTo>
                    <a:pt x="767513" y="280685"/>
                    <a:pt x="775751" y="276303"/>
                    <a:pt x="775753" y="267004"/>
                  </a:cubicBezTo>
                  <a:cubicBezTo>
                    <a:pt x="775753" y="260692"/>
                    <a:pt x="771871" y="255159"/>
                    <a:pt x="766072" y="253198"/>
                  </a:cubicBezTo>
                  <a:cubicBezTo>
                    <a:pt x="764728" y="252744"/>
                    <a:pt x="763237" y="252749"/>
                    <a:pt x="761828" y="252904"/>
                  </a:cubicBezTo>
                  <a:cubicBezTo>
                    <a:pt x="360917" y="297107"/>
                    <a:pt x="204924" y="594707"/>
                    <a:pt x="147122" y="1329425"/>
                  </a:cubicBezTo>
                  <a:lnTo>
                    <a:pt x="57691" y="521316"/>
                  </a:lnTo>
                  <a:cubicBezTo>
                    <a:pt x="133878" y="522869"/>
                    <a:pt x="204880" y="538048"/>
                    <a:pt x="266917" y="567560"/>
                  </a:cubicBezTo>
                  <a:cubicBezTo>
                    <a:pt x="276053" y="571907"/>
                    <a:pt x="286869" y="565496"/>
                    <a:pt x="287033" y="555380"/>
                  </a:cubicBezTo>
                  <a:cubicBezTo>
                    <a:pt x="287112" y="550565"/>
                    <a:pt x="284714" y="546111"/>
                    <a:pt x="280526" y="543735"/>
                  </a:cubicBezTo>
                  <a:cubicBezTo>
                    <a:pt x="219108" y="508921"/>
                    <a:pt x="141414" y="490673"/>
                    <a:pt x="54137" y="489202"/>
                  </a:cubicBezTo>
                  <a:lnTo>
                    <a:pt x="0" y="0"/>
                  </a:lnTo>
                  <a:cubicBezTo>
                    <a:pt x="129869" y="79456"/>
                    <a:pt x="432032" y="135154"/>
                    <a:pt x="784063" y="135155"/>
                  </a:cubicBezTo>
                  <a:cubicBezTo>
                    <a:pt x="1136095" y="135155"/>
                    <a:pt x="1438264" y="79457"/>
                    <a:pt x="1568134" y="0"/>
                  </a:cubicBezTo>
                  <a:lnTo>
                    <a:pt x="1486200" y="740297"/>
                  </a:lnTo>
                  <a:close/>
                </a:path>
              </a:pathLst>
            </a:custGeom>
            <a:noFill/>
            <a:ln w="1125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658371" y="1568450"/>
              <a:ext cx="1703957" cy="555638"/>
            </a:xfrm>
            <a:custGeom>
              <a:avLst/>
              <a:gdLst/>
              <a:ahLst/>
              <a:cxnLst/>
              <a:rect l="0" t="0" r="0" b="0"/>
              <a:pathLst>
                <a:path w="1703957" h="555638">
                  <a:moveTo>
                    <a:pt x="851978" y="0"/>
                  </a:moveTo>
                  <a:cubicBezTo>
                    <a:pt x="381444" y="0"/>
                    <a:pt x="0" y="99507"/>
                    <a:pt x="0" y="222255"/>
                  </a:cubicBezTo>
                  <a:lnTo>
                    <a:pt x="0" y="333382"/>
                  </a:lnTo>
                  <a:cubicBezTo>
                    <a:pt x="0" y="364296"/>
                    <a:pt x="24193" y="393736"/>
                    <a:pt x="67911" y="420483"/>
                  </a:cubicBezTo>
                  <a:cubicBezTo>
                    <a:pt x="197781" y="499940"/>
                    <a:pt x="499946" y="555638"/>
                    <a:pt x="851978" y="555638"/>
                  </a:cubicBezTo>
                  <a:cubicBezTo>
                    <a:pt x="1204010" y="555638"/>
                    <a:pt x="1506175" y="499940"/>
                    <a:pt x="1636045" y="420483"/>
                  </a:cubicBezTo>
                  <a:cubicBezTo>
                    <a:pt x="1679763" y="393736"/>
                    <a:pt x="1703957" y="364296"/>
                    <a:pt x="1703957" y="333382"/>
                  </a:cubicBezTo>
                  <a:lnTo>
                    <a:pt x="1703957" y="222255"/>
                  </a:lnTo>
                  <a:cubicBezTo>
                    <a:pt x="1703957" y="99507"/>
                    <a:pt x="1322513" y="0"/>
                    <a:pt x="851978" y="0"/>
                  </a:cubicBezTo>
                  <a:close/>
                  <a:moveTo>
                    <a:pt x="74084" y="222255"/>
                  </a:moveTo>
                  <a:cubicBezTo>
                    <a:pt x="74084" y="119965"/>
                    <a:pt x="422359" y="37042"/>
                    <a:pt x="851978" y="37042"/>
                  </a:cubicBezTo>
                  <a:cubicBezTo>
                    <a:pt x="1281597" y="37042"/>
                    <a:pt x="1629871" y="119965"/>
                    <a:pt x="1629871" y="222255"/>
                  </a:cubicBezTo>
                  <a:cubicBezTo>
                    <a:pt x="1629871" y="253472"/>
                    <a:pt x="1597435" y="282885"/>
                    <a:pt x="1540150" y="308688"/>
                  </a:cubicBezTo>
                  <a:cubicBezTo>
                    <a:pt x="1409723" y="367435"/>
                    <a:pt x="1150486" y="407468"/>
                    <a:pt x="851978" y="407468"/>
                  </a:cubicBezTo>
                  <a:cubicBezTo>
                    <a:pt x="553469" y="407468"/>
                    <a:pt x="294232" y="367434"/>
                    <a:pt x="163806" y="308688"/>
                  </a:cubicBezTo>
                  <a:cubicBezTo>
                    <a:pt x="106521" y="282885"/>
                    <a:pt x="74084" y="253472"/>
                    <a:pt x="74084" y="222255"/>
                  </a:cubicBezTo>
                  <a:close/>
                  <a:moveTo>
                    <a:pt x="1540150" y="308688"/>
                  </a:moveTo>
                  <a:cubicBezTo>
                    <a:pt x="1597435" y="282885"/>
                    <a:pt x="1629871" y="253472"/>
                    <a:pt x="1629871" y="222255"/>
                  </a:cubicBezTo>
                  <a:cubicBezTo>
                    <a:pt x="1629871" y="119965"/>
                    <a:pt x="1281597" y="37042"/>
                    <a:pt x="851978" y="37042"/>
                  </a:cubicBezTo>
                  <a:cubicBezTo>
                    <a:pt x="422359" y="37042"/>
                    <a:pt x="74084" y="119965"/>
                    <a:pt x="74084" y="222255"/>
                  </a:cubicBezTo>
                  <a:cubicBezTo>
                    <a:pt x="74084" y="253472"/>
                    <a:pt x="106521" y="282885"/>
                    <a:pt x="163806" y="308688"/>
                  </a:cubicBezTo>
                  <a:cubicBezTo>
                    <a:pt x="294232" y="249941"/>
                    <a:pt x="553469" y="209907"/>
                    <a:pt x="851978" y="209907"/>
                  </a:cubicBezTo>
                  <a:cubicBezTo>
                    <a:pt x="1150486" y="209907"/>
                    <a:pt x="1409723" y="249941"/>
                    <a:pt x="1540150" y="308688"/>
                  </a:cubicBezTo>
                  <a:close/>
                </a:path>
              </a:pathLst>
            </a:custGeom>
            <a:noFill/>
            <a:ln w="1125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685063" y="2003193"/>
              <a:ext cx="60740" cy="161879"/>
            </a:xfrm>
            <a:custGeom>
              <a:avLst/>
              <a:gdLst/>
              <a:ahLst/>
              <a:cxnLst/>
              <a:rect l="0" t="0" r="0" b="0"/>
              <a:pathLst>
                <a:path w="60740" h="161879">
                  <a:moveTo>
                    <a:pt x="1235" y="61118"/>
                  </a:moveTo>
                  <a:cubicBezTo>
                    <a:pt x="0" y="49923"/>
                    <a:pt x="3924" y="38774"/>
                    <a:pt x="11900" y="30821"/>
                  </a:cubicBezTo>
                  <a:lnTo>
                    <a:pt x="42814" y="0"/>
                  </a:lnTo>
                  <a:lnTo>
                    <a:pt x="60740" y="161879"/>
                  </a:lnTo>
                  <a:cubicBezTo>
                    <a:pt x="46631" y="152935"/>
                    <a:pt x="36003" y="146397"/>
                    <a:pt x="23831" y="138793"/>
                  </a:cubicBezTo>
                  <a:cubicBezTo>
                    <a:pt x="14290" y="132832"/>
                    <a:pt x="8046" y="122806"/>
                    <a:pt x="6811" y="111624"/>
                  </a:cubicBezTo>
                  <a:lnTo>
                    <a:pt x="1235" y="61118"/>
                  </a:lnTo>
                  <a:close/>
                </a:path>
              </a:pathLst>
            </a:custGeom>
            <a:noFill/>
            <a:ln w="1125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274930" y="2004072"/>
              <a:ext cx="59651" cy="160834"/>
            </a:xfrm>
            <a:custGeom>
              <a:avLst/>
              <a:gdLst/>
              <a:ahLst/>
              <a:cxnLst/>
              <a:rect l="0" t="0" r="0" b="0"/>
              <a:pathLst>
                <a:path w="59651" h="160834">
                  <a:moveTo>
                    <a:pt x="58416" y="60211"/>
                  </a:moveTo>
                  <a:cubicBezTo>
                    <a:pt x="59651" y="49033"/>
                    <a:pt x="55740" y="37900"/>
                    <a:pt x="47788" y="29949"/>
                  </a:cubicBezTo>
                  <a:lnTo>
                    <a:pt x="17830" y="0"/>
                  </a:lnTo>
                  <a:lnTo>
                    <a:pt x="0" y="160834"/>
                  </a:lnTo>
                  <a:lnTo>
                    <a:pt x="35907" y="137973"/>
                  </a:lnTo>
                  <a:cubicBezTo>
                    <a:pt x="45376" y="131944"/>
                    <a:pt x="51601" y="121948"/>
                    <a:pt x="52832" y="110791"/>
                  </a:cubicBezTo>
                  <a:lnTo>
                    <a:pt x="58416" y="60211"/>
                  </a:lnTo>
                  <a:close/>
                </a:path>
              </a:pathLst>
            </a:custGeom>
            <a:noFill/>
            <a:ln w="11256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3794982" y="2659199"/>
            <a:ext cx="1517452" cy="1096249"/>
          </a:xfrm>
          <a:custGeom>
            <a:avLst/>
            <a:gdLst/>
            <a:ahLst/>
            <a:cxnLst/>
            <a:rect l="0" t="0" r="0" b="0"/>
            <a:pathLst>
              <a:path w="1517452" h="1096249">
                <a:moveTo>
                  <a:pt x="1517452" y="0"/>
                </a:moveTo>
                <a:cubicBezTo>
                  <a:pt x="1490686" y="115819"/>
                  <a:pt x="1161209" y="207339"/>
                  <a:pt x="758698" y="207339"/>
                </a:cubicBezTo>
                <a:cubicBezTo>
                  <a:pt x="647490" y="207339"/>
                  <a:pt x="541858" y="200353"/>
                  <a:pt x="446645" y="187798"/>
                </a:cubicBezTo>
                <a:cubicBezTo>
                  <a:pt x="428772" y="185442"/>
                  <a:pt x="411267" y="182889"/>
                  <a:pt x="394160" y="180150"/>
                </a:cubicBezTo>
                <a:cubicBezTo>
                  <a:pt x="172777" y="144695"/>
                  <a:pt x="18243" y="77950"/>
                  <a:pt x="0" y="238"/>
                </a:cubicBezTo>
                <a:moveTo>
                  <a:pt x="1485345" y="296195"/>
                </a:moveTo>
                <a:cubicBezTo>
                  <a:pt x="1467335" y="377572"/>
                  <a:pt x="1306205" y="446954"/>
                  <a:pt x="1078255" y="481022"/>
                </a:cubicBezTo>
                <a:moveTo>
                  <a:pt x="32110" y="296434"/>
                </a:moveTo>
                <a:cubicBezTo>
                  <a:pt x="44456" y="351350"/>
                  <a:pt x="121985" y="400790"/>
                  <a:pt x="241226" y="437582"/>
                </a:cubicBezTo>
                <a:moveTo>
                  <a:pt x="1452474" y="592390"/>
                </a:moveTo>
                <a:cubicBezTo>
                  <a:pt x="1441690" y="643420"/>
                  <a:pt x="1377175" y="689732"/>
                  <a:pt x="1276892" y="725578"/>
                </a:cubicBezTo>
                <a:moveTo>
                  <a:pt x="64983" y="592628"/>
                </a:moveTo>
                <a:cubicBezTo>
                  <a:pt x="73181" y="630821"/>
                  <a:pt x="111479" y="666364"/>
                  <a:pt x="172339" y="696846"/>
                </a:cubicBezTo>
                <a:moveTo>
                  <a:pt x="1418289" y="886122"/>
                </a:moveTo>
                <a:cubicBezTo>
                  <a:pt x="1412831" y="913616"/>
                  <a:pt x="1392917" y="939760"/>
                  <a:pt x="1361116" y="963676"/>
                </a:cubicBezTo>
                <a:moveTo>
                  <a:pt x="97489" y="886364"/>
                </a:moveTo>
                <a:cubicBezTo>
                  <a:pt x="101868" y="908083"/>
                  <a:pt x="115269" y="928956"/>
                  <a:pt x="136424" y="948553"/>
                </a:cubicBezTo>
                <a:moveTo>
                  <a:pt x="238459" y="724840"/>
                </a:moveTo>
                <a:cubicBezTo>
                  <a:pt x="365843" y="770780"/>
                  <a:pt x="551711" y="799729"/>
                  <a:pt x="758702" y="799729"/>
                </a:cubicBezTo>
                <a:cubicBezTo>
                  <a:pt x="940474" y="799729"/>
                  <a:pt x="1105957" y="777404"/>
                  <a:pt x="1229849" y="740853"/>
                </a:cubicBezTo>
                <a:moveTo>
                  <a:pt x="207760" y="996185"/>
                </a:moveTo>
                <a:cubicBezTo>
                  <a:pt x="326559" y="1056531"/>
                  <a:pt x="528601" y="1096249"/>
                  <a:pt x="757865" y="1096249"/>
                </a:cubicBezTo>
                <a:cubicBezTo>
                  <a:pt x="983271" y="1096249"/>
                  <a:pt x="1182364" y="1057857"/>
                  <a:pt x="1301903" y="999214"/>
                </a:cubicBezTo>
                <a:moveTo>
                  <a:pt x="1029712" y="487614"/>
                </a:moveTo>
                <a:cubicBezTo>
                  <a:pt x="945943" y="497883"/>
                  <a:pt x="854481" y="503533"/>
                  <a:pt x="758701" y="503533"/>
                </a:cubicBezTo>
                <a:cubicBezTo>
                  <a:pt x="584065" y="503533"/>
                  <a:pt x="423785" y="484750"/>
                  <a:pt x="298312" y="453432"/>
                </a:cubicBezTo>
              </a:path>
            </a:pathLst>
          </a:custGeom>
          <a:noFill/>
          <a:ln w="11256">
            <a:solidFill>
              <a:srgbClr val="48484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65510" y="2224317"/>
            <a:ext cx="1376341" cy="197557"/>
          </a:xfrm>
          <a:custGeom>
            <a:avLst/>
            <a:gdLst/>
            <a:ahLst/>
            <a:cxnLst/>
            <a:rect l="0" t="0" r="0" b="0"/>
            <a:pathLst>
              <a:path w="1376341" h="197557">
                <a:moveTo>
                  <a:pt x="688174" y="197557"/>
                </a:moveTo>
                <a:cubicBezTo>
                  <a:pt x="389666" y="197557"/>
                  <a:pt x="130428" y="157527"/>
                  <a:pt x="0" y="98782"/>
                </a:cubicBezTo>
                <a:cubicBezTo>
                  <a:pt x="130428" y="40036"/>
                  <a:pt x="389666" y="0"/>
                  <a:pt x="688174" y="0"/>
                </a:cubicBezTo>
                <a:cubicBezTo>
                  <a:pt x="986682" y="0"/>
                  <a:pt x="1245919" y="40036"/>
                  <a:pt x="1376341" y="98782"/>
                </a:cubicBezTo>
                <a:cubicBezTo>
                  <a:pt x="1245919" y="157527"/>
                  <a:pt x="986682" y="197557"/>
                  <a:pt x="688174" y="197557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65510" y="2224317"/>
            <a:ext cx="1376343" cy="197560"/>
          </a:xfrm>
          <a:custGeom>
            <a:avLst/>
            <a:gdLst/>
            <a:ahLst/>
            <a:cxnLst/>
            <a:rect l="0" t="0" r="0" b="0"/>
            <a:pathLst>
              <a:path w="1376343" h="197560">
                <a:moveTo>
                  <a:pt x="688171" y="197560"/>
                </a:moveTo>
                <a:cubicBezTo>
                  <a:pt x="389663" y="197560"/>
                  <a:pt x="130425" y="157527"/>
                  <a:pt x="0" y="98780"/>
                </a:cubicBezTo>
                <a:cubicBezTo>
                  <a:pt x="130425" y="40032"/>
                  <a:pt x="389663" y="0"/>
                  <a:pt x="688171" y="0"/>
                </a:cubicBezTo>
                <a:cubicBezTo>
                  <a:pt x="986679" y="0"/>
                  <a:pt x="1245916" y="40032"/>
                  <a:pt x="1376343" y="98780"/>
                </a:cubicBezTo>
                <a:cubicBezTo>
                  <a:pt x="1245916" y="157527"/>
                  <a:pt x="986679" y="197560"/>
                  <a:pt x="688171" y="197560"/>
                </a:cubicBezTo>
                <a:close/>
              </a:path>
            </a:pathLst>
          </a:custGeom>
          <a:noFill/>
          <a:ln w="1125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54042" y="2780186"/>
            <a:ext cx="1702683" cy="1612831"/>
          </a:xfrm>
          <a:custGeom>
            <a:avLst/>
            <a:gdLst/>
            <a:ahLst/>
            <a:cxnLst/>
            <a:rect l="0" t="0" r="0" b="0"/>
            <a:pathLst>
              <a:path w="1702683" h="1612831">
                <a:moveTo>
                  <a:pt x="514061" y="1426486"/>
                </a:moveTo>
                <a:cubicBezTo>
                  <a:pt x="424637" y="1438028"/>
                  <a:pt x="392735" y="1529021"/>
                  <a:pt x="387046" y="1578288"/>
                </a:cubicBezTo>
                <a:cubicBezTo>
                  <a:pt x="386626" y="1581950"/>
                  <a:pt x="384637" y="1585282"/>
                  <a:pt x="381546" y="1587286"/>
                </a:cubicBezTo>
                <a:cubicBezTo>
                  <a:pt x="342582" y="1612561"/>
                  <a:pt x="291979" y="1612831"/>
                  <a:pt x="253015" y="1587564"/>
                </a:cubicBezTo>
                <a:cubicBezTo>
                  <a:pt x="249668" y="1585395"/>
                  <a:pt x="247665" y="1581680"/>
                  <a:pt x="247567" y="1577695"/>
                </a:cubicBezTo>
                <a:cubicBezTo>
                  <a:pt x="245511" y="1496361"/>
                  <a:pt x="204543" y="1399199"/>
                  <a:pt x="135081" y="1373954"/>
                </a:cubicBezTo>
                <a:cubicBezTo>
                  <a:pt x="104095" y="1362690"/>
                  <a:pt x="83420" y="1349692"/>
                  <a:pt x="93806" y="1328942"/>
                </a:cubicBezTo>
                <a:cubicBezTo>
                  <a:pt x="105911" y="1304740"/>
                  <a:pt x="137558" y="1319576"/>
                  <a:pt x="165100" y="1340011"/>
                </a:cubicBezTo>
                <a:cubicBezTo>
                  <a:pt x="171696" y="1344904"/>
                  <a:pt x="178060" y="1350127"/>
                  <a:pt x="183861" y="1355200"/>
                </a:cubicBezTo>
                <a:cubicBezTo>
                  <a:pt x="213879" y="1381466"/>
                  <a:pt x="232640" y="1396475"/>
                  <a:pt x="270163" y="1400228"/>
                </a:cubicBezTo>
                <a:cubicBezTo>
                  <a:pt x="273240" y="1400535"/>
                  <a:pt x="276189" y="1400588"/>
                  <a:pt x="279019" y="1400430"/>
                </a:cubicBezTo>
                <a:cubicBezTo>
                  <a:pt x="310808" y="1398697"/>
                  <a:pt x="328601" y="1370502"/>
                  <a:pt x="352713" y="1373954"/>
                </a:cubicBezTo>
                <a:cubicBezTo>
                  <a:pt x="356495" y="1374487"/>
                  <a:pt x="359963" y="1375575"/>
                  <a:pt x="363220" y="1377046"/>
                </a:cubicBezTo>
                <a:cubicBezTo>
                  <a:pt x="382611" y="1385804"/>
                  <a:pt x="394558" y="1408272"/>
                  <a:pt x="420254" y="1411484"/>
                </a:cubicBezTo>
                <a:cubicBezTo>
                  <a:pt x="450272" y="1415237"/>
                  <a:pt x="499052" y="1400220"/>
                  <a:pt x="521565" y="1385211"/>
                </a:cubicBezTo>
                <a:cubicBezTo>
                  <a:pt x="534083" y="1376866"/>
                  <a:pt x="548912" y="1368528"/>
                  <a:pt x="562840" y="1364048"/>
                </a:cubicBezTo>
                <a:cubicBezTo>
                  <a:pt x="573970" y="1360469"/>
                  <a:pt x="584521" y="1359365"/>
                  <a:pt x="592859" y="1362697"/>
                </a:cubicBezTo>
                <a:cubicBezTo>
                  <a:pt x="611620" y="1370202"/>
                  <a:pt x="630381" y="1411477"/>
                  <a:pt x="514061" y="1426486"/>
                </a:cubicBezTo>
                <a:moveTo>
                  <a:pt x="585354" y="1223871"/>
                </a:moveTo>
                <a:cubicBezTo>
                  <a:pt x="585354" y="1242520"/>
                  <a:pt x="570232" y="1257641"/>
                  <a:pt x="551584" y="1257641"/>
                </a:cubicBezTo>
                <a:cubicBezTo>
                  <a:pt x="532935" y="1257641"/>
                  <a:pt x="517813" y="1242520"/>
                  <a:pt x="517813" y="1223871"/>
                </a:cubicBezTo>
                <a:cubicBezTo>
                  <a:pt x="517813" y="1205214"/>
                  <a:pt x="532935" y="1190100"/>
                  <a:pt x="551584" y="1190100"/>
                </a:cubicBezTo>
                <a:cubicBezTo>
                  <a:pt x="570232" y="1190100"/>
                  <a:pt x="585354" y="1205214"/>
                  <a:pt x="585354" y="1223871"/>
                </a:cubicBezTo>
                <a:moveTo>
                  <a:pt x="720436" y="1366457"/>
                </a:moveTo>
                <a:cubicBezTo>
                  <a:pt x="720436" y="1376813"/>
                  <a:pt x="712038" y="1385219"/>
                  <a:pt x="701675" y="1385219"/>
                </a:cubicBezTo>
                <a:cubicBezTo>
                  <a:pt x="691311" y="1385219"/>
                  <a:pt x="682913" y="1376813"/>
                  <a:pt x="682913" y="1366457"/>
                </a:cubicBezTo>
                <a:cubicBezTo>
                  <a:pt x="682913" y="1356093"/>
                  <a:pt x="691311" y="1347696"/>
                  <a:pt x="701675" y="1347696"/>
                </a:cubicBezTo>
                <a:cubicBezTo>
                  <a:pt x="712038" y="1347696"/>
                  <a:pt x="720436" y="1356093"/>
                  <a:pt x="720436" y="1366457"/>
                </a:cubicBezTo>
                <a:moveTo>
                  <a:pt x="52531" y="1283907"/>
                </a:moveTo>
                <a:cubicBezTo>
                  <a:pt x="52531" y="1298413"/>
                  <a:pt x="40772" y="1310173"/>
                  <a:pt x="26265" y="1310173"/>
                </a:cubicBezTo>
                <a:cubicBezTo>
                  <a:pt x="11759" y="1310173"/>
                  <a:pt x="0" y="1298413"/>
                  <a:pt x="0" y="1283907"/>
                </a:cubicBezTo>
                <a:cubicBezTo>
                  <a:pt x="0" y="1269401"/>
                  <a:pt x="11759" y="1257641"/>
                  <a:pt x="26265" y="1257641"/>
                </a:cubicBezTo>
                <a:cubicBezTo>
                  <a:pt x="40772" y="1257641"/>
                  <a:pt x="52531" y="1269401"/>
                  <a:pt x="52531" y="1283907"/>
                </a:cubicBezTo>
                <a:moveTo>
                  <a:pt x="1682496" y="222254"/>
                </a:moveTo>
                <a:cubicBezTo>
                  <a:pt x="1691629" y="226599"/>
                  <a:pt x="1702443" y="220190"/>
                  <a:pt x="1702608" y="210074"/>
                </a:cubicBezTo>
                <a:cubicBezTo>
                  <a:pt x="1702683" y="205256"/>
                  <a:pt x="1700289" y="200799"/>
                  <a:pt x="1696094" y="198427"/>
                </a:cubicBezTo>
                <a:cubicBezTo>
                  <a:pt x="1346030" y="0"/>
                  <a:pt x="467240" y="339145"/>
                  <a:pt x="298448" y="1261866"/>
                </a:cubicBezTo>
                <a:cubicBezTo>
                  <a:pt x="290253" y="1306676"/>
                  <a:pt x="283731" y="1352866"/>
                  <a:pt x="279019" y="1400430"/>
                </a:cubicBezTo>
                <a:cubicBezTo>
                  <a:pt x="310808" y="1398697"/>
                  <a:pt x="328601" y="1370502"/>
                  <a:pt x="352713" y="1373954"/>
                </a:cubicBezTo>
                <a:cubicBezTo>
                  <a:pt x="356495" y="1374487"/>
                  <a:pt x="359963" y="1375575"/>
                  <a:pt x="363220" y="1377046"/>
                </a:cubicBezTo>
                <a:cubicBezTo>
                  <a:pt x="364255" y="1363996"/>
                  <a:pt x="365448" y="1351043"/>
                  <a:pt x="366792" y="1338188"/>
                </a:cubicBezTo>
                <a:cubicBezTo>
                  <a:pt x="458385" y="464276"/>
                  <a:pt x="1269311" y="25688"/>
                  <a:pt x="1682496" y="222254"/>
                </a:cubicBezTo>
                <a:moveTo>
                  <a:pt x="232640" y="1343944"/>
                </a:moveTo>
                <a:cubicBezTo>
                  <a:pt x="205624" y="1349947"/>
                  <a:pt x="198870" y="1347696"/>
                  <a:pt x="165100" y="1340011"/>
                </a:cubicBezTo>
                <a:cubicBezTo>
                  <a:pt x="171696" y="1344904"/>
                  <a:pt x="178060" y="1350127"/>
                  <a:pt x="183861" y="1355200"/>
                </a:cubicBezTo>
                <a:cubicBezTo>
                  <a:pt x="213879" y="1381466"/>
                  <a:pt x="232640" y="1396475"/>
                  <a:pt x="270163" y="1400228"/>
                </a:cubicBezTo>
                <a:cubicBezTo>
                  <a:pt x="273240" y="1400535"/>
                  <a:pt x="276189" y="1400588"/>
                  <a:pt x="279019" y="1400430"/>
                </a:cubicBezTo>
                <a:cubicBezTo>
                  <a:pt x="283731" y="1352866"/>
                  <a:pt x="290253" y="1306676"/>
                  <a:pt x="298448" y="1261866"/>
                </a:cubicBezTo>
                <a:cubicBezTo>
                  <a:pt x="263604" y="1268148"/>
                  <a:pt x="271972" y="1335201"/>
                  <a:pt x="232640" y="1343944"/>
                </a:cubicBezTo>
                <a:moveTo>
                  <a:pt x="420254" y="1411484"/>
                </a:moveTo>
                <a:cubicBezTo>
                  <a:pt x="450272" y="1415237"/>
                  <a:pt x="499052" y="1400220"/>
                  <a:pt x="521565" y="1385211"/>
                </a:cubicBezTo>
                <a:cubicBezTo>
                  <a:pt x="534083" y="1376866"/>
                  <a:pt x="548912" y="1368528"/>
                  <a:pt x="562840" y="1364048"/>
                </a:cubicBezTo>
                <a:cubicBezTo>
                  <a:pt x="551584" y="1363598"/>
                  <a:pt x="514061" y="1370202"/>
                  <a:pt x="502804" y="1355200"/>
                </a:cubicBezTo>
                <a:cubicBezTo>
                  <a:pt x="490677" y="1339036"/>
                  <a:pt x="514061" y="1302661"/>
                  <a:pt x="487795" y="1295156"/>
                </a:cubicBezTo>
                <a:cubicBezTo>
                  <a:pt x="461529" y="1287652"/>
                  <a:pt x="454025" y="1336259"/>
                  <a:pt x="386484" y="1340011"/>
                </a:cubicBezTo>
                <a:cubicBezTo>
                  <a:pt x="378776" y="1340439"/>
                  <a:pt x="372300" y="1339748"/>
                  <a:pt x="366792" y="1338188"/>
                </a:cubicBezTo>
                <a:cubicBezTo>
                  <a:pt x="365448" y="1351043"/>
                  <a:pt x="364255" y="1363996"/>
                  <a:pt x="363220" y="1377046"/>
                </a:cubicBezTo>
                <a:cubicBezTo>
                  <a:pt x="382611" y="1385804"/>
                  <a:pt x="394558" y="1408272"/>
                  <a:pt x="420254" y="1411484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54042" y="2780184"/>
            <a:ext cx="1702684" cy="1612837"/>
          </a:xfrm>
          <a:custGeom>
            <a:avLst/>
            <a:gdLst/>
            <a:ahLst/>
            <a:cxnLst/>
            <a:rect l="0" t="0" r="0" b="0"/>
            <a:pathLst>
              <a:path w="1702684" h="1612837">
                <a:moveTo>
                  <a:pt x="514060" y="1426488"/>
                </a:moveTo>
                <a:cubicBezTo>
                  <a:pt x="424640" y="1438027"/>
                  <a:pt x="392734" y="1529024"/>
                  <a:pt x="387048" y="1578289"/>
                </a:cubicBezTo>
                <a:cubicBezTo>
                  <a:pt x="386625" y="1581952"/>
                  <a:pt x="384637" y="1585281"/>
                  <a:pt x="381543" y="1587287"/>
                </a:cubicBezTo>
                <a:cubicBezTo>
                  <a:pt x="342582" y="1612560"/>
                  <a:pt x="291976" y="1612837"/>
                  <a:pt x="253014" y="1587564"/>
                </a:cubicBezTo>
                <a:cubicBezTo>
                  <a:pt x="249668" y="1585394"/>
                  <a:pt x="247668" y="1581684"/>
                  <a:pt x="247568" y="1577697"/>
                </a:cubicBezTo>
                <a:cubicBezTo>
                  <a:pt x="245512" y="1496365"/>
                  <a:pt x="204545" y="1399202"/>
                  <a:pt x="135081" y="1373954"/>
                </a:cubicBezTo>
                <a:cubicBezTo>
                  <a:pt x="104097" y="1362693"/>
                  <a:pt x="83420" y="1349697"/>
                  <a:pt x="93805" y="1328941"/>
                </a:cubicBezTo>
                <a:cubicBezTo>
                  <a:pt x="105913" y="1304739"/>
                  <a:pt x="137559" y="1319582"/>
                  <a:pt x="165100" y="1340015"/>
                </a:cubicBezTo>
                <a:cubicBezTo>
                  <a:pt x="171697" y="1344909"/>
                  <a:pt x="178059" y="1350126"/>
                  <a:pt x="183861" y="1355202"/>
                </a:cubicBezTo>
                <a:cubicBezTo>
                  <a:pt x="213879" y="1381468"/>
                  <a:pt x="232640" y="1396476"/>
                  <a:pt x="270163" y="1400228"/>
                </a:cubicBezTo>
                <a:cubicBezTo>
                  <a:pt x="273237" y="1400536"/>
                  <a:pt x="276186" y="1400592"/>
                  <a:pt x="279022" y="1400436"/>
                </a:cubicBezTo>
                <a:cubicBezTo>
                  <a:pt x="310810" y="1398698"/>
                  <a:pt x="328600" y="1370508"/>
                  <a:pt x="352714" y="1373953"/>
                </a:cubicBezTo>
                <a:cubicBezTo>
                  <a:pt x="356493" y="1374493"/>
                  <a:pt x="359963" y="1375577"/>
                  <a:pt x="363221" y="1377048"/>
                </a:cubicBezTo>
                <a:cubicBezTo>
                  <a:pt x="382607" y="1385803"/>
                  <a:pt x="394555" y="1408273"/>
                  <a:pt x="420254" y="1411485"/>
                </a:cubicBezTo>
                <a:cubicBezTo>
                  <a:pt x="450272" y="1415237"/>
                  <a:pt x="499053" y="1400222"/>
                  <a:pt x="521566" y="1385213"/>
                </a:cubicBezTo>
                <a:cubicBezTo>
                  <a:pt x="534080" y="1376870"/>
                  <a:pt x="548912" y="1368528"/>
                  <a:pt x="562840" y="1364051"/>
                </a:cubicBezTo>
                <a:cubicBezTo>
                  <a:pt x="573972" y="1360474"/>
                  <a:pt x="584524" y="1359366"/>
                  <a:pt x="592858" y="1362700"/>
                </a:cubicBezTo>
                <a:cubicBezTo>
                  <a:pt x="611619" y="1370204"/>
                  <a:pt x="630381" y="1411479"/>
                  <a:pt x="514060" y="1426488"/>
                </a:cubicBezTo>
                <a:close/>
                <a:moveTo>
                  <a:pt x="585354" y="1223872"/>
                </a:moveTo>
                <a:cubicBezTo>
                  <a:pt x="585354" y="1242523"/>
                  <a:pt x="570235" y="1257642"/>
                  <a:pt x="551584" y="1257642"/>
                </a:cubicBezTo>
                <a:cubicBezTo>
                  <a:pt x="532933" y="1257642"/>
                  <a:pt x="517813" y="1242523"/>
                  <a:pt x="517813" y="1223872"/>
                </a:cubicBezTo>
                <a:cubicBezTo>
                  <a:pt x="517813" y="1205220"/>
                  <a:pt x="532933" y="1190101"/>
                  <a:pt x="551584" y="1190101"/>
                </a:cubicBezTo>
                <a:cubicBezTo>
                  <a:pt x="570235" y="1190101"/>
                  <a:pt x="585354" y="1205220"/>
                  <a:pt x="585354" y="1223872"/>
                </a:cubicBezTo>
                <a:close/>
                <a:moveTo>
                  <a:pt x="720436" y="1366458"/>
                </a:moveTo>
                <a:cubicBezTo>
                  <a:pt x="720436" y="1376819"/>
                  <a:pt x="712036" y="1385219"/>
                  <a:pt x="701675" y="1385219"/>
                </a:cubicBezTo>
                <a:cubicBezTo>
                  <a:pt x="691313" y="1385219"/>
                  <a:pt x="682913" y="1376819"/>
                  <a:pt x="682913" y="1366458"/>
                </a:cubicBezTo>
                <a:cubicBezTo>
                  <a:pt x="682913" y="1356096"/>
                  <a:pt x="691313" y="1347697"/>
                  <a:pt x="701675" y="1347697"/>
                </a:cubicBezTo>
                <a:cubicBezTo>
                  <a:pt x="712036" y="1347697"/>
                  <a:pt x="720436" y="1356096"/>
                  <a:pt x="720436" y="1366458"/>
                </a:cubicBezTo>
                <a:close/>
                <a:moveTo>
                  <a:pt x="52531" y="1283908"/>
                </a:moveTo>
                <a:cubicBezTo>
                  <a:pt x="52531" y="1298414"/>
                  <a:pt x="40772" y="1310174"/>
                  <a:pt x="26265" y="1310174"/>
                </a:cubicBezTo>
                <a:cubicBezTo>
                  <a:pt x="11759" y="1310174"/>
                  <a:pt x="0" y="1298414"/>
                  <a:pt x="0" y="1283908"/>
                </a:cubicBezTo>
                <a:cubicBezTo>
                  <a:pt x="0" y="1269402"/>
                  <a:pt x="11759" y="1257642"/>
                  <a:pt x="26265" y="1257642"/>
                </a:cubicBezTo>
                <a:cubicBezTo>
                  <a:pt x="40772" y="1257642"/>
                  <a:pt x="52531" y="1269402"/>
                  <a:pt x="52531" y="1283908"/>
                </a:cubicBezTo>
                <a:close/>
                <a:moveTo>
                  <a:pt x="1682493" y="222255"/>
                </a:moveTo>
                <a:cubicBezTo>
                  <a:pt x="1691629" y="226602"/>
                  <a:pt x="1702442" y="220192"/>
                  <a:pt x="1702606" y="210076"/>
                </a:cubicBezTo>
                <a:cubicBezTo>
                  <a:pt x="1702684" y="205259"/>
                  <a:pt x="1700288" y="200803"/>
                  <a:pt x="1696097" y="198428"/>
                </a:cubicBezTo>
                <a:cubicBezTo>
                  <a:pt x="1346033" y="0"/>
                  <a:pt x="467243" y="339149"/>
                  <a:pt x="298449" y="1261866"/>
                </a:cubicBezTo>
                <a:cubicBezTo>
                  <a:pt x="290251" y="1306678"/>
                  <a:pt x="283728" y="1352866"/>
                  <a:pt x="279022" y="1400436"/>
                </a:cubicBezTo>
                <a:cubicBezTo>
                  <a:pt x="310810" y="1398698"/>
                  <a:pt x="328600" y="1370508"/>
                  <a:pt x="352714" y="1373953"/>
                </a:cubicBezTo>
                <a:cubicBezTo>
                  <a:pt x="356493" y="1374493"/>
                  <a:pt x="359963" y="1375577"/>
                  <a:pt x="363221" y="1377048"/>
                </a:cubicBezTo>
                <a:cubicBezTo>
                  <a:pt x="364254" y="1364001"/>
                  <a:pt x="365445" y="1351047"/>
                  <a:pt x="366793" y="1338187"/>
                </a:cubicBezTo>
                <a:cubicBezTo>
                  <a:pt x="458385" y="464279"/>
                  <a:pt x="1269315" y="25693"/>
                  <a:pt x="1682493" y="222255"/>
                </a:cubicBezTo>
                <a:close/>
                <a:moveTo>
                  <a:pt x="232640" y="1343944"/>
                </a:moveTo>
                <a:cubicBezTo>
                  <a:pt x="205624" y="1349948"/>
                  <a:pt x="198870" y="1347697"/>
                  <a:pt x="165100" y="1340015"/>
                </a:cubicBezTo>
                <a:cubicBezTo>
                  <a:pt x="171697" y="1344909"/>
                  <a:pt x="178059" y="1350126"/>
                  <a:pt x="183861" y="1355202"/>
                </a:cubicBezTo>
                <a:cubicBezTo>
                  <a:pt x="213879" y="1381468"/>
                  <a:pt x="232640" y="1396476"/>
                  <a:pt x="270163" y="1400228"/>
                </a:cubicBezTo>
                <a:cubicBezTo>
                  <a:pt x="273237" y="1400536"/>
                  <a:pt x="276186" y="1400592"/>
                  <a:pt x="279022" y="1400436"/>
                </a:cubicBezTo>
                <a:cubicBezTo>
                  <a:pt x="283728" y="1352866"/>
                  <a:pt x="290251" y="1306678"/>
                  <a:pt x="298449" y="1261866"/>
                </a:cubicBezTo>
                <a:cubicBezTo>
                  <a:pt x="263601" y="1268151"/>
                  <a:pt x="271975" y="1335204"/>
                  <a:pt x="232640" y="1343944"/>
                </a:cubicBezTo>
                <a:close/>
                <a:moveTo>
                  <a:pt x="420254" y="1411485"/>
                </a:moveTo>
                <a:cubicBezTo>
                  <a:pt x="450272" y="1415237"/>
                  <a:pt x="499053" y="1400222"/>
                  <a:pt x="521566" y="1385213"/>
                </a:cubicBezTo>
                <a:cubicBezTo>
                  <a:pt x="534080" y="1376870"/>
                  <a:pt x="548912" y="1368528"/>
                  <a:pt x="562840" y="1364051"/>
                </a:cubicBezTo>
                <a:cubicBezTo>
                  <a:pt x="551584" y="1363601"/>
                  <a:pt x="514062" y="1370207"/>
                  <a:pt x="502804" y="1355202"/>
                </a:cubicBezTo>
                <a:cubicBezTo>
                  <a:pt x="490679" y="1339041"/>
                  <a:pt x="514062" y="1302666"/>
                  <a:pt x="487795" y="1295161"/>
                </a:cubicBezTo>
                <a:cubicBezTo>
                  <a:pt x="461528" y="1287656"/>
                  <a:pt x="454025" y="1336263"/>
                  <a:pt x="386484" y="1340015"/>
                </a:cubicBezTo>
                <a:cubicBezTo>
                  <a:pt x="378780" y="1340443"/>
                  <a:pt x="372296" y="1339750"/>
                  <a:pt x="366793" y="1338187"/>
                </a:cubicBezTo>
                <a:cubicBezTo>
                  <a:pt x="365445" y="1351047"/>
                  <a:pt x="364254" y="1364001"/>
                  <a:pt x="363221" y="1377048"/>
                </a:cubicBezTo>
                <a:cubicBezTo>
                  <a:pt x="382607" y="1385803"/>
                  <a:pt x="394555" y="1408273"/>
                  <a:pt x="420254" y="1411485"/>
                </a:cubicBezTo>
                <a:close/>
              </a:path>
            </a:pathLst>
          </a:custGeom>
          <a:noFill/>
          <a:ln w="1125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62129" y="2687602"/>
            <a:ext cx="883239" cy="2337605"/>
          </a:xfrm>
          <a:custGeom>
            <a:avLst/>
            <a:gdLst/>
            <a:ahLst/>
            <a:cxnLst/>
            <a:rect l="0" t="0" r="0" b="0"/>
            <a:pathLst>
              <a:path w="883239" h="2337605">
                <a:moveTo>
                  <a:pt x="99862" y="2150757"/>
                </a:moveTo>
                <a:cubicBezTo>
                  <a:pt x="177467" y="2162532"/>
                  <a:pt x="204611" y="2256271"/>
                  <a:pt x="209054" y="2305591"/>
                </a:cubicBezTo>
                <a:cubicBezTo>
                  <a:pt x="209294" y="2308285"/>
                  <a:pt x="210645" y="2310769"/>
                  <a:pt x="212798" y="2312398"/>
                </a:cubicBezTo>
                <a:cubicBezTo>
                  <a:pt x="245886" y="2337395"/>
                  <a:pt x="291806" y="2337605"/>
                  <a:pt x="324894" y="2312608"/>
                </a:cubicBezTo>
                <a:cubicBezTo>
                  <a:pt x="327213" y="2310852"/>
                  <a:pt x="328564" y="2308128"/>
                  <a:pt x="328609" y="2305216"/>
                </a:cubicBezTo>
                <a:cubicBezTo>
                  <a:pt x="329884" y="2222756"/>
                  <a:pt x="365133" y="2123403"/>
                  <a:pt x="425215" y="2097730"/>
                </a:cubicBezTo>
                <a:cubicBezTo>
                  <a:pt x="451811" y="2086368"/>
                  <a:pt x="469566" y="2073250"/>
                  <a:pt x="460651" y="2052298"/>
                </a:cubicBezTo>
                <a:cubicBezTo>
                  <a:pt x="450257" y="2027870"/>
                  <a:pt x="423091" y="2042857"/>
                  <a:pt x="399444" y="2063479"/>
                </a:cubicBezTo>
                <a:cubicBezTo>
                  <a:pt x="397913" y="2064815"/>
                  <a:pt x="396397" y="2066173"/>
                  <a:pt x="394896" y="2067554"/>
                </a:cubicBezTo>
                <a:cubicBezTo>
                  <a:pt x="390859" y="2071254"/>
                  <a:pt x="386971" y="2075066"/>
                  <a:pt x="383339" y="2078804"/>
                </a:cubicBezTo>
                <a:cubicBezTo>
                  <a:pt x="357569" y="2105317"/>
                  <a:pt x="341464" y="2120469"/>
                  <a:pt x="309247" y="2124251"/>
                </a:cubicBezTo>
                <a:cubicBezTo>
                  <a:pt x="309149" y="2124266"/>
                  <a:pt x="309052" y="2124274"/>
                  <a:pt x="308954" y="2124289"/>
                </a:cubicBezTo>
                <a:cubicBezTo>
                  <a:pt x="276940" y="2127831"/>
                  <a:pt x="260858" y="2093955"/>
                  <a:pt x="238381" y="2097730"/>
                </a:cubicBezTo>
                <a:cubicBezTo>
                  <a:pt x="232663" y="2098691"/>
                  <a:pt x="227770" y="2101362"/>
                  <a:pt x="223237" y="2104867"/>
                </a:cubicBezTo>
                <a:cubicBezTo>
                  <a:pt x="209894" y="2115186"/>
                  <a:pt x="199628" y="2132784"/>
                  <a:pt x="180394" y="2135613"/>
                </a:cubicBezTo>
                <a:cubicBezTo>
                  <a:pt x="154623" y="2139403"/>
                  <a:pt x="112748" y="2124244"/>
                  <a:pt x="93424" y="2109099"/>
                </a:cubicBezTo>
                <a:cubicBezTo>
                  <a:pt x="83938" y="2101662"/>
                  <a:pt x="72906" y="2094233"/>
                  <a:pt x="62227" y="2089483"/>
                </a:cubicBezTo>
                <a:cubicBezTo>
                  <a:pt x="60801" y="2088852"/>
                  <a:pt x="59390" y="2088267"/>
                  <a:pt x="57987" y="2087742"/>
                </a:cubicBezTo>
                <a:cubicBezTo>
                  <a:pt x="48426" y="2084124"/>
                  <a:pt x="39368" y="2083006"/>
                  <a:pt x="32217" y="2086376"/>
                </a:cubicBezTo>
                <a:cubicBezTo>
                  <a:pt x="16104" y="2093948"/>
                  <a:pt x="0" y="2135606"/>
                  <a:pt x="99862" y="2150757"/>
                </a:cubicBezTo>
                <a:moveTo>
                  <a:pt x="42730" y="1949605"/>
                </a:moveTo>
                <a:cubicBezTo>
                  <a:pt x="42730" y="1968254"/>
                  <a:pt x="57852" y="1983376"/>
                  <a:pt x="76501" y="1983376"/>
                </a:cubicBezTo>
                <a:cubicBezTo>
                  <a:pt x="95150" y="1983376"/>
                  <a:pt x="110271" y="1968254"/>
                  <a:pt x="110271" y="1949605"/>
                </a:cubicBezTo>
                <a:cubicBezTo>
                  <a:pt x="110271" y="1930957"/>
                  <a:pt x="95150" y="1915835"/>
                  <a:pt x="76501" y="1915835"/>
                </a:cubicBezTo>
                <a:cubicBezTo>
                  <a:pt x="57852" y="1915835"/>
                  <a:pt x="42730" y="1930957"/>
                  <a:pt x="42730" y="1949605"/>
                </a:cubicBezTo>
                <a:moveTo>
                  <a:pt x="170308" y="1867055"/>
                </a:moveTo>
                <a:cubicBezTo>
                  <a:pt x="170308" y="1877419"/>
                  <a:pt x="178705" y="1885817"/>
                  <a:pt x="189069" y="1885817"/>
                </a:cubicBezTo>
                <a:cubicBezTo>
                  <a:pt x="199433" y="1885817"/>
                  <a:pt x="207830" y="1877419"/>
                  <a:pt x="207830" y="1867055"/>
                </a:cubicBezTo>
                <a:cubicBezTo>
                  <a:pt x="207830" y="1856692"/>
                  <a:pt x="199433" y="1848294"/>
                  <a:pt x="189069" y="1848294"/>
                </a:cubicBezTo>
                <a:cubicBezTo>
                  <a:pt x="178705" y="1848294"/>
                  <a:pt x="170308" y="1856692"/>
                  <a:pt x="170308" y="1867055"/>
                </a:cubicBezTo>
                <a:moveTo>
                  <a:pt x="462985" y="1942101"/>
                </a:moveTo>
                <a:cubicBezTo>
                  <a:pt x="462985" y="1927595"/>
                  <a:pt x="474745" y="1915835"/>
                  <a:pt x="489251" y="1915835"/>
                </a:cubicBezTo>
                <a:cubicBezTo>
                  <a:pt x="503757" y="1915835"/>
                  <a:pt x="515517" y="1927595"/>
                  <a:pt x="515517" y="1942101"/>
                </a:cubicBezTo>
                <a:cubicBezTo>
                  <a:pt x="515517" y="1956607"/>
                  <a:pt x="503757" y="1968367"/>
                  <a:pt x="489251" y="1968367"/>
                </a:cubicBezTo>
                <a:cubicBezTo>
                  <a:pt x="474745" y="1968367"/>
                  <a:pt x="462985" y="1956607"/>
                  <a:pt x="462985" y="1942101"/>
                </a:cubicBezTo>
                <a:moveTo>
                  <a:pt x="122864" y="2020763"/>
                </a:moveTo>
                <a:cubicBezTo>
                  <a:pt x="100065" y="2028238"/>
                  <a:pt x="120365" y="2064470"/>
                  <a:pt x="109836" y="2080575"/>
                </a:cubicBezTo>
                <a:cubicBezTo>
                  <a:pt x="101258" y="2093700"/>
                  <a:pt x="75082" y="2090218"/>
                  <a:pt x="62227" y="2089483"/>
                </a:cubicBezTo>
                <a:cubicBezTo>
                  <a:pt x="72906" y="2094233"/>
                  <a:pt x="83938" y="2101662"/>
                  <a:pt x="93424" y="2109099"/>
                </a:cubicBezTo>
                <a:cubicBezTo>
                  <a:pt x="112748" y="2124244"/>
                  <a:pt x="154623" y="2139403"/>
                  <a:pt x="180394" y="2135613"/>
                </a:cubicBezTo>
                <a:cubicBezTo>
                  <a:pt x="199628" y="2132784"/>
                  <a:pt x="209894" y="2115186"/>
                  <a:pt x="223237" y="2104867"/>
                </a:cubicBezTo>
                <a:cubicBezTo>
                  <a:pt x="223290" y="2091426"/>
                  <a:pt x="223357" y="2078061"/>
                  <a:pt x="223425" y="2064770"/>
                </a:cubicBezTo>
                <a:cubicBezTo>
                  <a:pt x="219695" y="2065491"/>
                  <a:pt x="215508" y="2065746"/>
                  <a:pt x="210795" y="2065446"/>
                </a:cubicBezTo>
                <a:cubicBezTo>
                  <a:pt x="152177" y="2061708"/>
                  <a:pt x="145663" y="2013289"/>
                  <a:pt x="122864" y="2020763"/>
                </a:cubicBezTo>
                <a:moveTo>
                  <a:pt x="865791" y="29222"/>
                </a:moveTo>
                <a:cubicBezTo>
                  <a:pt x="874999" y="27939"/>
                  <a:pt x="883239" y="23556"/>
                  <a:pt x="883239" y="14258"/>
                </a:cubicBezTo>
                <a:cubicBezTo>
                  <a:pt x="883239" y="7947"/>
                  <a:pt x="879360" y="2416"/>
                  <a:pt x="873559" y="457"/>
                </a:cubicBezTo>
                <a:cubicBezTo>
                  <a:pt x="872215" y="0"/>
                  <a:pt x="870722" y="7"/>
                  <a:pt x="869311" y="165"/>
                </a:cubicBezTo>
                <a:cubicBezTo>
                  <a:pt x="322080" y="60501"/>
                  <a:pt x="231170" y="592956"/>
                  <a:pt x="223425" y="2064770"/>
                </a:cubicBezTo>
                <a:cubicBezTo>
                  <a:pt x="223357" y="2078061"/>
                  <a:pt x="223290" y="2091426"/>
                  <a:pt x="223237" y="2104867"/>
                </a:cubicBezTo>
                <a:cubicBezTo>
                  <a:pt x="227770" y="2101362"/>
                  <a:pt x="232663" y="2098691"/>
                  <a:pt x="238381" y="2097730"/>
                </a:cubicBezTo>
                <a:cubicBezTo>
                  <a:pt x="260858" y="2093955"/>
                  <a:pt x="276940" y="2127831"/>
                  <a:pt x="308954" y="2124289"/>
                </a:cubicBezTo>
                <a:cubicBezTo>
                  <a:pt x="309044" y="2086676"/>
                  <a:pt x="309179" y="2049693"/>
                  <a:pt x="309344" y="2013341"/>
                </a:cubicBezTo>
                <a:cubicBezTo>
                  <a:pt x="316158" y="542818"/>
                  <a:pt x="387497" y="95525"/>
                  <a:pt x="865791" y="29222"/>
                </a:cubicBezTo>
                <a:moveTo>
                  <a:pt x="308954" y="2124289"/>
                </a:moveTo>
                <a:cubicBezTo>
                  <a:pt x="309044" y="2086676"/>
                  <a:pt x="309179" y="2049693"/>
                  <a:pt x="309344" y="2013341"/>
                </a:cubicBezTo>
                <a:cubicBezTo>
                  <a:pt x="317734" y="2035285"/>
                  <a:pt x="322793" y="2063870"/>
                  <a:pt x="344323" y="2069355"/>
                </a:cubicBezTo>
                <a:cubicBezTo>
                  <a:pt x="365448" y="2074744"/>
                  <a:pt x="372300" y="2073460"/>
                  <a:pt x="394896" y="2067554"/>
                </a:cubicBezTo>
                <a:cubicBezTo>
                  <a:pt x="390859" y="2071254"/>
                  <a:pt x="386971" y="2075066"/>
                  <a:pt x="383339" y="2078804"/>
                </a:cubicBezTo>
                <a:cubicBezTo>
                  <a:pt x="357569" y="2105317"/>
                  <a:pt x="341464" y="2120469"/>
                  <a:pt x="309247" y="2124251"/>
                </a:cubicBez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62131" y="2687604"/>
            <a:ext cx="883238" cy="2337601"/>
          </a:xfrm>
          <a:custGeom>
            <a:avLst/>
            <a:gdLst/>
            <a:ahLst/>
            <a:cxnLst/>
            <a:rect l="0" t="0" r="0" b="0"/>
            <a:pathLst>
              <a:path w="883238" h="2337601">
                <a:moveTo>
                  <a:pt x="99861" y="2150756"/>
                </a:moveTo>
                <a:cubicBezTo>
                  <a:pt x="177468" y="2162529"/>
                  <a:pt x="204612" y="2256267"/>
                  <a:pt x="209052" y="2305589"/>
                </a:cubicBezTo>
                <a:cubicBezTo>
                  <a:pt x="209295" y="2308282"/>
                  <a:pt x="210642" y="2310770"/>
                  <a:pt x="212798" y="2312400"/>
                </a:cubicBezTo>
                <a:cubicBezTo>
                  <a:pt x="245881" y="2337396"/>
                  <a:pt x="291808" y="2337601"/>
                  <a:pt x="324891" y="2312605"/>
                </a:cubicBezTo>
                <a:cubicBezTo>
                  <a:pt x="327211" y="2310852"/>
                  <a:pt x="328565" y="2308125"/>
                  <a:pt x="328610" y="2305217"/>
                </a:cubicBezTo>
                <a:cubicBezTo>
                  <a:pt x="329883" y="2222758"/>
                  <a:pt x="365132" y="2123405"/>
                  <a:pt x="425215" y="2097731"/>
                </a:cubicBezTo>
                <a:cubicBezTo>
                  <a:pt x="451813" y="2086364"/>
                  <a:pt x="469565" y="2073248"/>
                  <a:pt x="460650" y="2052298"/>
                </a:cubicBezTo>
                <a:cubicBezTo>
                  <a:pt x="450254" y="2027870"/>
                  <a:pt x="423088" y="2042852"/>
                  <a:pt x="399445" y="2063476"/>
                </a:cubicBezTo>
                <a:cubicBezTo>
                  <a:pt x="397911" y="2064813"/>
                  <a:pt x="396393" y="2066175"/>
                  <a:pt x="394894" y="2067551"/>
                </a:cubicBezTo>
                <a:cubicBezTo>
                  <a:pt x="390858" y="2071256"/>
                  <a:pt x="386970" y="2075068"/>
                  <a:pt x="383338" y="2078804"/>
                </a:cubicBezTo>
                <a:cubicBezTo>
                  <a:pt x="357567" y="2105316"/>
                  <a:pt x="341461" y="2120464"/>
                  <a:pt x="309248" y="2124251"/>
                </a:cubicBezTo>
                <a:cubicBezTo>
                  <a:pt x="309148" y="2124263"/>
                  <a:pt x="309050" y="2124274"/>
                  <a:pt x="308952" y="2124285"/>
                </a:cubicBezTo>
                <a:cubicBezTo>
                  <a:pt x="276935" y="2127830"/>
                  <a:pt x="260858" y="2093955"/>
                  <a:pt x="238378" y="2097731"/>
                </a:cubicBezTo>
                <a:cubicBezTo>
                  <a:pt x="232658" y="2098691"/>
                  <a:pt x="227768" y="2101358"/>
                  <a:pt x="223234" y="2104865"/>
                </a:cubicBezTo>
                <a:cubicBezTo>
                  <a:pt x="209890" y="2115185"/>
                  <a:pt x="199629" y="2132786"/>
                  <a:pt x="180395" y="2135613"/>
                </a:cubicBezTo>
                <a:cubicBezTo>
                  <a:pt x="154624" y="2139401"/>
                  <a:pt x="112746" y="2124244"/>
                  <a:pt x="93418" y="2109096"/>
                </a:cubicBezTo>
                <a:cubicBezTo>
                  <a:pt x="83936" y="2101663"/>
                  <a:pt x="72903" y="2094231"/>
                  <a:pt x="62222" y="2089483"/>
                </a:cubicBezTo>
                <a:cubicBezTo>
                  <a:pt x="60801" y="2088851"/>
                  <a:pt x="59387" y="2088267"/>
                  <a:pt x="57984" y="2087737"/>
                </a:cubicBezTo>
                <a:cubicBezTo>
                  <a:pt x="48428" y="2084126"/>
                  <a:pt x="39367" y="2083007"/>
                  <a:pt x="32213" y="2086371"/>
                </a:cubicBezTo>
                <a:cubicBezTo>
                  <a:pt x="16107" y="2093946"/>
                  <a:pt x="0" y="2135606"/>
                  <a:pt x="99861" y="2150756"/>
                </a:cubicBezTo>
                <a:close/>
                <a:moveTo>
                  <a:pt x="42729" y="1949603"/>
                </a:moveTo>
                <a:cubicBezTo>
                  <a:pt x="42729" y="1968254"/>
                  <a:pt x="57848" y="1983374"/>
                  <a:pt x="76499" y="1983374"/>
                </a:cubicBezTo>
                <a:cubicBezTo>
                  <a:pt x="95150" y="1983374"/>
                  <a:pt x="110270" y="1968254"/>
                  <a:pt x="110270" y="1949603"/>
                </a:cubicBezTo>
                <a:cubicBezTo>
                  <a:pt x="110270" y="1930952"/>
                  <a:pt x="95150" y="1915833"/>
                  <a:pt x="76499" y="1915833"/>
                </a:cubicBezTo>
                <a:cubicBezTo>
                  <a:pt x="57848" y="1915833"/>
                  <a:pt x="42729" y="1930952"/>
                  <a:pt x="42729" y="1949603"/>
                </a:cubicBezTo>
                <a:close/>
                <a:moveTo>
                  <a:pt x="170306" y="1867053"/>
                </a:moveTo>
                <a:cubicBezTo>
                  <a:pt x="170306" y="1877415"/>
                  <a:pt x="178706" y="1885814"/>
                  <a:pt x="189068" y="1885814"/>
                </a:cubicBezTo>
                <a:cubicBezTo>
                  <a:pt x="199429" y="1885814"/>
                  <a:pt x="207829" y="1877415"/>
                  <a:pt x="207829" y="1867053"/>
                </a:cubicBezTo>
                <a:cubicBezTo>
                  <a:pt x="207829" y="1856692"/>
                  <a:pt x="199429" y="1848292"/>
                  <a:pt x="189068" y="1848292"/>
                </a:cubicBezTo>
                <a:cubicBezTo>
                  <a:pt x="178706" y="1848292"/>
                  <a:pt x="170306" y="1856692"/>
                  <a:pt x="170306" y="1867053"/>
                </a:cubicBezTo>
                <a:close/>
                <a:moveTo>
                  <a:pt x="462983" y="1942099"/>
                </a:moveTo>
                <a:cubicBezTo>
                  <a:pt x="462983" y="1927592"/>
                  <a:pt x="474743" y="1915833"/>
                  <a:pt x="489249" y="1915833"/>
                </a:cubicBezTo>
                <a:cubicBezTo>
                  <a:pt x="503756" y="1915833"/>
                  <a:pt x="515515" y="1927592"/>
                  <a:pt x="515515" y="1942099"/>
                </a:cubicBezTo>
                <a:cubicBezTo>
                  <a:pt x="515515" y="1956605"/>
                  <a:pt x="503756" y="1968364"/>
                  <a:pt x="489249" y="1968364"/>
                </a:cubicBezTo>
                <a:cubicBezTo>
                  <a:pt x="474743" y="1968364"/>
                  <a:pt x="462983" y="1956605"/>
                  <a:pt x="462983" y="1942099"/>
                </a:cubicBezTo>
                <a:close/>
                <a:moveTo>
                  <a:pt x="122864" y="2020762"/>
                </a:moveTo>
                <a:cubicBezTo>
                  <a:pt x="100067" y="2028239"/>
                  <a:pt x="120361" y="2064472"/>
                  <a:pt x="109838" y="2080571"/>
                </a:cubicBezTo>
                <a:cubicBezTo>
                  <a:pt x="101255" y="2093701"/>
                  <a:pt x="75081" y="2090219"/>
                  <a:pt x="62222" y="2089483"/>
                </a:cubicBezTo>
                <a:cubicBezTo>
                  <a:pt x="72903" y="2094231"/>
                  <a:pt x="83936" y="2101663"/>
                  <a:pt x="93418" y="2109096"/>
                </a:cubicBezTo>
                <a:cubicBezTo>
                  <a:pt x="112746" y="2124244"/>
                  <a:pt x="154624" y="2139401"/>
                  <a:pt x="180395" y="2135613"/>
                </a:cubicBezTo>
                <a:cubicBezTo>
                  <a:pt x="199629" y="2132786"/>
                  <a:pt x="209890" y="2115185"/>
                  <a:pt x="223234" y="2104865"/>
                </a:cubicBezTo>
                <a:cubicBezTo>
                  <a:pt x="223291" y="2091422"/>
                  <a:pt x="223354" y="2078057"/>
                  <a:pt x="223424" y="2064768"/>
                </a:cubicBezTo>
                <a:cubicBezTo>
                  <a:pt x="219692" y="2065488"/>
                  <a:pt x="215506" y="2065743"/>
                  <a:pt x="210794" y="2065442"/>
                </a:cubicBezTo>
                <a:cubicBezTo>
                  <a:pt x="152174" y="2061705"/>
                  <a:pt x="145662" y="2013286"/>
                  <a:pt x="122864" y="2020762"/>
                </a:cubicBezTo>
                <a:close/>
                <a:moveTo>
                  <a:pt x="865788" y="29218"/>
                </a:moveTo>
                <a:cubicBezTo>
                  <a:pt x="874999" y="27941"/>
                  <a:pt x="883238" y="23559"/>
                  <a:pt x="883238" y="14260"/>
                </a:cubicBezTo>
                <a:cubicBezTo>
                  <a:pt x="883238" y="7947"/>
                  <a:pt x="879358" y="2417"/>
                  <a:pt x="873559" y="454"/>
                </a:cubicBezTo>
                <a:cubicBezTo>
                  <a:pt x="872214" y="0"/>
                  <a:pt x="870721" y="6"/>
                  <a:pt x="869310" y="161"/>
                </a:cubicBezTo>
                <a:cubicBezTo>
                  <a:pt x="322075" y="60497"/>
                  <a:pt x="231171" y="592955"/>
                  <a:pt x="223424" y="2064768"/>
                </a:cubicBezTo>
                <a:cubicBezTo>
                  <a:pt x="223354" y="2078057"/>
                  <a:pt x="223291" y="2091422"/>
                  <a:pt x="223234" y="2104865"/>
                </a:cubicBezTo>
                <a:cubicBezTo>
                  <a:pt x="227768" y="2101358"/>
                  <a:pt x="232658" y="2098691"/>
                  <a:pt x="238378" y="2097731"/>
                </a:cubicBezTo>
                <a:cubicBezTo>
                  <a:pt x="260858" y="2093955"/>
                  <a:pt x="276935" y="2127830"/>
                  <a:pt x="308952" y="2124285"/>
                </a:cubicBezTo>
                <a:cubicBezTo>
                  <a:pt x="309046" y="2086671"/>
                  <a:pt x="309176" y="2049693"/>
                  <a:pt x="309344" y="2013340"/>
                </a:cubicBezTo>
                <a:cubicBezTo>
                  <a:pt x="316158" y="542815"/>
                  <a:pt x="387493" y="95523"/>
                  <a:pt x="865788" y="29218"/>
                </a:cubicBezTo>
                <a:close/>
                <a:moveTo>
                  <a:pt x="309248" y="2124251"/>
                </a:moveTo>
                <a:lnTo>
                  <a:pt x="308952" y="2124285"/>
                </a:lnTo>
                <a:cubicBezTo>
                  <a:pt x="309046" y="2086671"/>
                  <a:pt x="309176" y="2049693"/>
                  <a:pt x="309344" y="2013340"/>
                </a:cubicBezTo>
                <a:cubicBezTo>
                  <a:pt x="317729" y="2035282"/>
                  <a:pt x="322793" y="2063867"/>
                  <a:pt x="344319" y="2069356"/>
                </a:cubicBezTo>
                <a:cubicBezTo>
                  <a:pt x="365449" y="2074746"/>
                  <a:pt x="372298" y="2073457"/>
                  <a:pt x="394894" y="2067551"/>
                </a:cubicBezTo>
                <a:cubicBezTo>
                  <a:pt x="390858" y="2071256"/>
                  <a:pt x="386970" y="2075068"/>
                  <a:pt x="383338" y="2078804"/>
                </a:cubicBezTo>
                <a:cubicBezTo>
                  <a:pt x="357567" y="2105316"/>
                  <a:pt x="341461" y="2120464"/>
                  <a:pt x="309248" y="2124251"/>
                </a:cubicBezTo>
                <a:close/>
              </a:path>
            </a:pathLst>
          </a:custGeom>
          <a:noFill/>
          <a:ln w="1125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41264" y="3035755"/>
            <a:ext cx="881273" cy="1357257"/>
          </a:xfrm>
          <a:custGeom>
            <a:avLst/>
            <a:gdLst/>
            <a:ahLst/>
            <a:cxnLst/>
            <a:rect l="0" t="0" r="0" b="0"/>
            <a:pathLst>
              <a:path w="881273" h="1357257">
                <a:moveTo>
                  <a:pt x="450632" y="1170904"/>
                </a:moveTo>
                <a:cubicBezTo>
                  <a:pt x="540049" y="1182446"/>
                  <a:pt x="571958" y="1273438"/>
                  <a:pt x="577639" y="1322706"/>
                </a:cubicBezTo>
                <a:cubicBezTo>
                  <a:pt x="578067" y="1326368"/>
                  <a:pt x="580056" y="1329700"/>
                  <a:pt x="583148" y="1331704"/>
                </a:cubicBezTo>
                <a:cubicBezTo>
                  <a:pt x="622111" y="1356979"/>
                  <a:pt x="672714" y="1357257"/>
                  <a:pt x="711678" y="1331981"/>
                </a:cubicBezTo>
                <a:cubicBezTo>
                  <a:pt x="715025" y="1329812"/>
                  <a:pt x="717021" y="1326098"/>
                  <a:pt x="717119" y="1322113"/>
                </a:cubicBezTo>
                <a:cubicBezTo>
                  <a:pt x="719175" y="1240786"/>
                  <a:pt x="760142" y="1143617"/>
                  <a:pt x="829612" y="1118372"/>
                </a:cubicBezTo>
                <a:cubicBezTo>
                  <a:pt x="860591" y="1107108"/>
                  <a:pt x="881273" y="1094117"/>
                  <a:pt x="870887" y="1073360"/>
                </a:cubicBezTo>
                <a:cubicBezTo>
                  <a:pt x="858775" y="1049157"/>
                  <a:pt x="827135" y="1064001"/>
                  <a:pt x="799594" y="1084429"/>
                </a:cubicBezTo>
                <a:cubicBezTo>
                  <a:pt x="792997" y="1089329"/>
                  <a:pt x="786633" y="1094545"/>
                  <a:pt x="780832" y="1099618"/>
                </a:cubicBezTo>
                <a:cubicBezTo>
                  <a:pt x="750814" y="1125884"/>
                  <a:pt x="732053" y="1140893"/>
                  <a:pt x="694530" y="1144645"/>
                </a:cubicBezTo>
                <a:cubicBezTo>
                  <a:pt x="692602" y="1144840"/>
                  <a:pt x="690718" y="1144930"/>
                  <a:pt x="688879" y="1144938"/>
                </a:cubicBezTo>
                <a:cubicBezTo>
                  <a:pt x="655056" y="1145021"/>
                  <a:pt x="636895" y="1114815"/>
                  <a:pt x="611980" y="1118372"/>
                </a:cubicBezTo>
                <a:cubicBezTo>
                  <a:pt x="608213" y="1118905"/>
                  <a:pt x="604753" y="1119985"/>
                  <a:pt x="601504" y="1121449"/>
                </a:cubicBezTo>
                <a:cubicBezTo>
                  <a:pt x="582097" y="1130192"/>
                  <a:pt x="570150" y="1152690"/>
                  <a:pt x="544439" y="1155902"/>
                </a:cubicBezTo>
                <a:cubicBezTo>
                  <a:pt x="514421" y="1159654"/>
                  <a:pt x="465642" y="1144638"/>
                  <a:pt x="443128" y="1129629"/>
                </a:cubicBezTo>
                <a:cubicBezTo>
                  <a:pt x="430610" y="1121284"/>
                  <a:pt x="415781" y="1112946"/>
                  <a:pt x="401853" y="1108466"/>
                </a:cubicBezTo>
                <a:cubicBezTo>
                  <a:pt x="390724" y="1104894"/>
                  <a:pt x="380165" y="1103783"/>
                  <a:pt x="371835" y="1107115"/>
                </a:cubicBezTo>
                <a:cubicBezTo>
                  <a:pt x="353073" y="1114620"/>
                  <a:pt x="334312" y="1155895"/>
                  <a:pt x="450632" y="1170904"/>
                </a:cubicBezTo>
                <a:moveTo>
                  <a:pt x="379339" y="930766"/>
                </a:moveTo>
                <a:cubicBezTo>
                  <a:pt x="379339" y="912117"/>
                  <a:pt x="394461" y="896995"/>
                  <a:pt x="413110" y="896995"/>
                </a:cubicBezTo>
                <a:cubicBezTo>
                  <a:pt x="431759" y="896995"/>
                  <a:pt x="446880" y="912117"/>
                  <a:pt x="446880" y="930766"/>
                </a:cubicBezTo>
                <a:cubicBezTo>
                  <a:pt x="446880" y="949415"/>
                  <a:pt x="431759" y="964536"/>
                  <a:pt x="413110" y="964536"/>
                </a:cubicBezTo>
                <a:cubicBezTo>
                  <a:pt x="394461" y="964536"/>
                  <a:pt x="379339" y="949415"/>
                  <a:pt x="379339" y="930766"/>
                </a:cubicBezTo>
                <a:moveTo>
                  <a:pt x="244257" y="1110875"/>
                </a:moveTo>
                <a:cubicBezTo>
                  <a:pt x="244257" y="1100511"/>
                  <a:pt x="252655" y="1092113"/>
                  <a:pt x="263019" y="1092113"/>
                </a:cubicBezTo>
                <a:cubicBezTo>
                  <a:pt x="273383" y="1092113"/>
                  <a:pt x="281780" y="1100511"/>
                  <a:pt x="281780" y="1110875"/>
                </a:cubicBezTo>
                <a:cubicBezTo>
                  <a:pt x="281780" y="1121239"/>
                  <a:pt x="273383" y="1129636"/>
                  <a:pt x="263019" y="1129636"/>
                </a:cubicBezTo>
                <a:cubicBezTo>
                  <a:pt x="252655" y="1129636"/>
                  <a:pt x="244257" y="1121239"/>
                  <a:pt x="244257" y="1110875"/>
                </a:cubicBezTo>
                <a:moveTo>
                  <a:pt x="443128" y="1129629"/>
                </a:moveTo>
                <a:cubicBezTo>
                  <a:pt x="465642" y="1144638"/>
                  <a:pt x="514421" y="1159654"/>
                  <a:pt x="544439" y="1155902"/>
                </a:cubicBezTo>
                <a:cubicBezTo>
                  <a:pt x="570150" y="1152690"/>
                  <a:pt x="582097" y="1130192"/>
                  <a:pt x="601504" y="1121449"/>
                </a:cubicBezTo>
                <a:cubicBezTo>
                  <a:pt x="601099" y="1108128"/>
                  <a:pt x="600648" y="1094920"/>
                  <a:pt x="600161" y="1081832"/>
                </a:cubicBezTo>
                <a:cubicBezTo>
                  <a:pt x="594239" y="1083836"/>
                  <a:pt x="586877" y="1084917"/>
                  <a:pt x="578210" y="1084429"/>
                </a:cubicBezTo>
                <a:cubicBezTo>
                  <a:pt x="510669" y="1080677"/>
                  <a:pt x="503164" y="1032070"/>
                  <a:pt x="476898" y="1039582"/>
                </a:cubicBezTo>
                <a:cubicBezTo>
                  <a:pt x="450632" y="1047086"/>
                  <a:pt x="474017" y="1083461"/>
                  <a:pt x="461889" y="1099618"/>
                </a:cubicBezTo>
                <a:cubicBezTo>
                  <a:pt x="450632" y="1114627"/>
                  <a:pt x="413110" y="1108016"/>
                  <a:pt x="401853" y="1108466"/>
                </a:cubicBezTo>
                <a:cubicBezTo>
                  <a:pt x="415781" y="1112946"/>
                  <a:pt x="430610" y="1121284"/>
                  <a:pt x="443128" y="1129629"/>
                </a:cubicBezTo>
                <a:moveTo>
                  <a:pt x="25823" y="36757"/>
                </a:moveTo>
                <a:cubicBezTo>
                  <a:pt x="9305" y="38430"/>
                  <a:pt x="0" y="58317"/>
                  <a:pt x="24059" y="62737"/>
                </a:cubicBezTo>
                <a:cubicBezTo>
                  <a:pt x="25215" y="62948"/>
                  <a:pt x="26461" y="62963"/>
                  <a:pt x="27631" y="62858"/>
                </a:cubicBezTo>
                <a:cubicBezTo>
                  <a:pt x="424389" y="27001"/>
                  <a:pt x="573992" y="387204"/>
                  <a:pt x="600161" y="1081832"/>
                </a:cubicBezTo>
                <a:cubicBezTo>
                  <a:pt x="600648" y="1094920"/>
                  <a:pt x="601099" y="1108128"/>
                  <a:pt x="601504" y="1121449"/>
                </a:cubicBezTo>
                <a:cubicBezTo>
                  <a:pt x="604753" y="1119985"/>
                  <a:pt x="608213" y="1118905"/>
                  <a:pt x="611980" y="1118372"/>
                </a:cubicBezTo>
                <a:cubicBezTo>
                  <a:pt x="636895" y="1114815"/>
                  <a:pt x="655056" y="1145021"/>
                  <a:pt x="688879" y="1144938"/>
                </a:cubicBezTo>
                <a:cubicBezTo>
                  <a:pt x="686643" y="1099746"/>
                  <a:pt x="683806" y="1056054"/>
                  <a:pt x="680384" y="1013834"/>
                </a:cubicBezTo>
                <a:cubicBezTo>
                  <a:pt x="621729" y="291138"/>
                  <a:pt x="389718" y="0"/>
                  <a:pt x="25823" y="36757"/>
                </a:cubicBezTo>
                <a:moveTo>
                  <a:pt x="799594" y="1084429"/>
                </a:moveTo>
                <a:cubicBezTo>
                  <a:pt x="765823" y="1092113"/>
                  <a:pt x="759069" y="1094365"/>
                  <a:pt x="732053" y="1088361"/>
                </a:cubicBezTo>
                <a:cubicBezTo>
                  <a:pt x="699213" y="1081067"/>
                  <a:pt x="699626" y="1033128"/>
                  <a:pt x="680384" y="1013834"/>
                </a:cubicBezTo>
                <a:cubicBezTo>
                  <a:pt x="683806" y="1056054"/>
                  <a:pt x="686643" y="1099746"/>
                  <a:pt x="688879" y="1144938"/>
                </a:cubicBezTo>
                <a:cubicBezTo>
                  <a:pt x="690718" y="1144930"/>
                  <a:pt x="692602" y="1144840"/>
                  <a:pt x="694530" y="1144645"/>
                </a:cubicBezTo>
                <a:cubicBezTo>
                  <a:pt x="732053" y="1140893"/>
                  <a:pt x="750814" y="1125884"/>
                  <a:pt x="780832" y="1099618"/>
                </a:cubicBezTo>
                <a:cubicBezTo>
                  <a:pt x="786633" y="1094545"/>
                  <a:pt x="792997" y="1089329"/>
                  <a:pt x="799594" y="1084429"/>
                </a:cubicBezTo>
              </a:path>
            </a:pathLst>
          </a:custGeom>
          <a:solidFill>
            <a:srgbClr val="E55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41260" y="3035758"/>
            <a:ext cx="881274" cy="1357251"/>
          </a:xfrm>
          <a:custGeom>
            <a:avLst/>
            <a:gdLst/>
            <a:ahLst/>
            <a:cxnLst/>
            <a:rect l="0" t="0" r="0" b="0"/>
            <a:pathLst>
              <a:path w="881274" h="1357251">
                <a:moveTo>
                  <a:pt x="450634" y="1170902"/>
                </a:moveTo>
                <a:cubicBezTo>
                  <a:pt x="540054" y="1182440"/>
                  <a:pt x="571959" y="1273438"/>
                  <a:pt x="577645" y="1322703"/>
                </a:cubicBezTo>
                <a:cubicBezTo>
                  <a:pt x="578068" y="1326366"/>
                  <a:pt x="580057" y="1329695"/>
                  <a:pt x="583150" y="1331701"/>
                </a:cubicBezTo>
                <a:cubicBezTo>
                  <a:pt x="622112" y="1356974"/>
                  <a:pt x="672718" y="1357251"/>
                  <a:pt x="711680" y="1331978"/>
                </a:cubicBezTo>
                <a:cubicBezTo>
                  <a:pt x="715026" y="1329807"/>
                  <a:pt x="717026" y="1326098"/>
                  <a:pt x="717126" y="1322111"/>
                </a:cubicBezTo>
                <a:cubicBezTo>
                  <a:pt x="719182" y="1240779"/>
                  <a:pt x="760149" y="1143615"/>
                  <a:pt x="829613" y="1118367"/>
                </a:cubicBezTo>
                <a:cubicBezTo>
                  <a:pt x="860596" y="1107107"/>
                  <a:pt x="881274" y="1094111"/>
                  <a:pt x="870889" y="1073355"/>
                </a:cubicBezTo>
                <a:cubicBezTo>
                  <a:pt x="858780" y="1049153"/>
                  <a:pt x="827138" y="1063995"/>
                  <a:pt x="799598" y="1084428"/>
                </a:cubicBezTo>
                <a:cubicBezTo>
                  <a:pt x="793000" y="1089323"/>
                  <a:pt x="786638" y="1094539"/>
                  <a:pt x="780836" y="1099616"/>
                </a:cubicBezTo>
                <a:cubicBezTo>
                  <a:pt x="750819" y="1125882"/>
                  <a:pt x="732057" y="1140890"/>
                  <a:pt x="694535" y="1144642"/>
                </a:cubicBezTo>
                <a:cubicBezTo>
                  <a:pt x="692602" y="1144835"/>
                  <a:pt x="690720" y="1144929"/>
                  <a:pt x="688885" y="1144933"/>
                </a:cubicBezTo>
                <a:cubicBezTo>
                  <a:pt x="655060" y="1145015"/>
                  <a:pt x="636898" y="1114808"/>
                  <a:pt x="611983" y="1118367"/>
                </a:cubicBezTo>
                <a:cubicBezTo>
                  <a:pt x="608217" y="1118905"/>
                  <a:pt x="604759" y="1119983"/>
                  <a:pt x="601511" y="1121447"/>
                </a:cubicBezTo>
                <a:cubicBezTo>
                  <a:pt x="582104" y="1130191"/>
                  <a:pt x="570157" y="1152685"/>
                  <a:pt x="544444" y="1155899"/>
                </a:cubicBezTo>
                <a:cubicBezTo>
                  <a:pt x="514426" y="1159651"/>
                  <a:pt x="465645" y="1144636"/>
                  <a:pt x="443131" y="1129626"/>
                </a:cubicBezTo>
                <a:cubicBezTo>
                  <a:pt x="430618" y="1121284"/>
                  <a:pt x="415786" y="1112942"/>
                  <a:pt x="401857" y="1108465"/>
                </a:cubicBezTo>
                <a:cubicBezTo>
                  <a:pt x="390726" y="1104888"/>
                  <a:pt x="380169" y="1103780"/>
                  <a:pt x="371836" y="1107114"/>
                </a:cubicBezTo>
                <a:cubicBezTo>
                  <a:pt x="353075" y="1114618"/>
                  <a:pt x="334313" y="1155893"/>
                  <a:pt x="450634" y="1170902"/>
                </a:cubicBezTo>
                <a:close/>
                <a:moveTo>
                  <a:pt x="379344" y="930763"/>
                </a:moveTo>
                <a:cubicBezTo>
                  <a:pt x="379344" y="912112"/>
                  <a:pt x="394463" y="896992"/>
                  <a:pt x="413114" y="896992"/>
                </a:cubicBezTo>
                <a:cubicBezTo>
                  <a:pt x="431765" y="896992"/>
                  <a:pt x="446885" y="912112"/>
                  <a:pt x="446885" y="930763"/>
                </a:cubicBezTo>
                <a:cubicBezTo>
                  <a:pt x="446885" y="949414"/>
                  <a:pt x="431765" y="964533"/>
                  <a:pt x="413114" y="964533"/>
                </a:cubicBezTo>
                <a:cubicBezTo>
                  <a:pt x="394463" y="964533"/>
                  <a:pt x="379344" y="949414"/>
                  <a:pt x="379344" y="930763"/>
                </a:cubicBezTo>
                <a:close/>
                <a:moveTo>
                  <a:pt x="244262" y="1110872"/>
                </a:moveTo>
                <a:cubicBezTo>
                  <a:pt x="244262" y="1100510"/>
                  <a:pt x="252662" y="1092110"/>
                  <a:pt x="263023" y="1092110"/>
                </a:cubicBezTo>
                <a:cubicBezTo>
                  <a:pt x="273385" y="1092110"/>
                  <a:pt x="281785" y="1100510"/>
                  <a:pt x="281785" y="1110872"/>
                </a:cubicBezTo>
                <a:cubicBezTo>
                  <a:pt x="281785" y="1121233"/>
                  <a:pt x="273385" y="1129633"/>
                  <a:pt x="263023" y="1129633"/>
                </a:cubicBezTo>
                <a:cubicBezTo>
                  <a:pt x="252662" y="1129633"/>
                  <a:pt x="244262" y="1121233"/>
                  <a:pt x="244262" y="1110872"/>
                </a:cubicBezTo>
                <a:close/>
                <a:moveTo>
                  <a:pt x="443131" y="1129626"/>
                </a:moveTo>
                <a:cubicBezTo>
                  <a:pt x="465645" y="1144636"/>
                  <a:pt x="514426" y="1159651"/>
                  <a:pt x="544444" y="1155899"/>
                </a:cubicBezTo>
                <a:cubicBezTo>
                  <a:pt x="570157" y="1152685"/>
                  <a:pt x="582104" y="1130191"/>
                  <a:pt x="601511" y="1121447"/>
                </a:cubicBezTo>
                <a:cubicBezTo>
                  <a:pt x="601105" y="1108123"/>
                  <a:pt x="600655" y="1094917"/>
                  <a:pt x="600162" y="1081830"/>
                </a:cubicBezTo>
                <a:cubicBezTo>
                  <a:pt x="594242" y="1083830"/>
                  <a:pt x="586882" y="1084910"/>
                  <a:pt x="578213" y="1084428"/>
                </a:cubicBezTo>
                <a:cubicBezTo>
                  <a:pt x="510673" y="1080676"/>
                  <a:pt x="503170" y="1032070"/>
                  <a:pt x="476903" y="1039575"/>
                </a:cubicBezTo>
                <a:cubicBezTo>
                  <a:pt x="450635" y="1047080"/>
                  <a:pt x="474018" y="1083455"/>
                  <a:pt x="461894" y="1099616"/>
                </a:cubicBezTo>
                <a:cubicBezTo>
                  <a:pt x="450635" y="1114621"/>
                  <a:pt x="413114" y="1108014"/>
                  <a:pt x="401857" y="1108465"/>
                </a:cubicBezTo>
                <a:cubicBezTo>
                  <a:pt x="415786" y="1112942"/>
                  <a:pt x="430618" y="1121284"/>
                  <a:pt x="443131" y="1129626"/>
                </a:cubicBezTo>
                <a:close/>
                <a:moveTo>
                  <a:pt x="25829" y="36756"/>
                </a:moveTo>
                <a:cubicBezTo>
                  <a:pt x="9309" y="38425"/>
                  <a:pt x="0" y="58314"/>
                  <a:pt x="24063" y="62732"/>
                </a:cubicBezTo>
                <a:cubicBezTo>
                  <a:pt x="25220" y="62945"/>
                  <a:pt x="26461" y="62960"/>
                  <a:pt x="27633" y="62854"/>
                </a:cubicBezTo>
                <a:cubicBezTo>
                  <a:pt x="424395" y="26999"/>
                  <a:pt x="573993" y="387203"/>
                  <a:pt x="600162" y="1081830"/>
                </a:cubicBezTo>
                <a:cubicBezTo>
                  <a:pt x="600655" y="1094917"/>
                  <a:pt x="601105" y="1108123"/>
                  <a:pt x="601511" y="1121447"/>
                </a:cubicBezTo>
                <a:cubicBezTo>
                  <a:pt x="604759" y="1119983"/>
                  <a:pt x="608217" y="1118905"/>
                  <a:pt x="611983" y="1118367"/>
                </a:cubicBezTo>
                <a:cubicBezTo>
                  <a:pt x="636898" y="1114808"/>
                  <a:pt x="655060" y="1145015"/>
                  <a:pt x="688885" y="1144933"/>
                </a:cubicBezTo>
                <a:cubicBezTo>
                  <a:pt x="686649" y="1099746"/>
                  <a:pt x="683814" y="1056051"/>
                  <a:pt x="680387" y="1013829"/>
                </a:cubicBezTo>
                <a:cubicBezTo>
                  <a:pt x="621730" y="291138"/>
                  <a:pt x="389721" y="0"/>
                  <a:pt x="25829" y="36756"/>
                </a:cubicBezTo>
                <a:close/>
                <a:moveTo>
                  <a:pt x="799598" y="1084428"/>
                </a:moveTo>
                <a:cubicBezTo>
                  <a:pt x="765828" y="1092110"/>
                  <a:pt x="759074" y="1094362"/>
                  <a:pt x="732057" y="1088358"/>
                </a:cubicBezTo>
                <a:cubicBezTo>
                  <a:pt x="699219" y="1081061"/>
                  <a:pt x="699632" y="1033121"/>
                  <a:pt x="680387" y="1013829"/>
                </a:cubicBezTo>
                <a:cubicBezTo>
                  <a:pt x="683814" y="1056051"/>
                  <a:pt x="686649" y="1099746"/>
                  <a:pt x="688885" y="1144933"/>
                </a:cubicBezTo>
                <a:cubicBezTo>
                  <a:pt x="690720" y="1144929"/>
                  <a:pt x="692602" y="1144835"/>
                  <a:pt x="694535" y="1144642"/>
                </a:cubicBezTo>
                <a:cubicBezTo>
                  <a:pt x="732057" y="1140890"/>
                  <a:pt x="750819" y="1125882"/>
                  <a:pt x="780836" y="1099616"/>
                </a:cubicBezTo>
                <a:cubicBezTo>
                  <a:pt x="786638" y="1094539"/>
                  <a:pt x="793000" y="1089323"/>
                  <a:pt x="799598" y="1084428"/>
                </a:cubicBezTo>
                <a:close/>
              </a:path>
            </a:pathLst>
          </a:custGeom>
          <a:noFill/>
          <a:ln w="1125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76962" y="3099505"/>
            <a:ext cx="1642429" cy="1925688"/>
          </a:xfrm>
          <a:custGeom>
            <a:avLst/>
            <a:gdLst/>
            <a:ahLst/>
            <a:cxnLst/>
            <a:rect l="0" t="0" r="0" b="0"/>
            <a:pathLst>
              <a:path w="1642429" h="1925688">
                <a:moveTo>
                  <a:pt x="1542566" y="1738840"/>
                </a:moveTo>
                <a:cubicBezTo>
                  <a:pt x="1464962" y="1750615"/>
                  <a:pt x="1437818" y="1844347"/>
                  <a:pt x="1433375" y="1893674"/>
                </a:cubicBezTo>
                <a:cubicBezTo>
                  <a:pt x="1433135" y="1896368"/>
                  <a:pt x="1431784" y="1898852"/>
                  <a:pt x="1429630" y="1900481"/>
                </a:cubicBezTo>
                <a:cubicBezTo>
                  <a:pt x="1396550" y="1925478"/>
                  <a:pt x="1350623" y="1925688"/>
                  <a:pt x="1317543" y="1900691"/>
                </a:cubicBezTo>
                <a:cubicBezTo>
                  <a:pt x="1315216" y="1898935"/>
                  <a:pt x="1313865" y="1896211"/>
                  <a:pt x="1313820" y="1893299"/>
                </a:cubicBezTo>
                <a:cubicBezTo>
                  <a:pt x="1312545" y="1810846"/>
                  <a:pt x="1277296" y="1711486"/>
                  <a:pt x="1217214" y="1685813"/>
                </a:cubicBezTo>
                <a:cubicBezTo>
                  <a:pt x="1190618" y="1674451"/>
                  <a:pt x="1172862" y="1661333"/>
                  <a:pt x="1181778" y="1640381"/>
                </a:cubicBezTo>
                <a:cubicBezTo>
                  <a:pt x="1192172" y="1615953"/>
                  <a:pt x="1219338" y="1630932"/>
                  <a:pt x="1242985" y="1651562"/>
                </a:cubicBezTo>
                <a:cubicBezTo>
                  <a:pt x="1244516" y="1652898"/>
                  <a:pt x="1246039" y="1654256"/>
                  <a:pt x="1247533" y="1655637"/>
                </a:cubicBezTo>
                <a:cubicBezTo>
                  <a:pt x="1251570" y="1659337"/>
                  <a:pt x="1255457" y="1663149"/>
                  <a:pt x="1259090" y="1666887"/>
                </a:cubicBezTo>
                <a:cubicBezTo>
                  <a:pt x="1282046" y="1690503"/>
                  <a:pt x="1297340" y="1705107"/>
                  <a:pt x="1323178" y="1710691"/>
                </a:cubicBezTo>
                <a:cubicBezTo>
                  <a:pt x="1326338" y="1711374"/>
                  <a:pt x="1329662" y="1711921"/>
                  <a:pt x="1333182" y="1712334"/>
                </a:cubicBezTo>
                <a:cubicBezTo>
                  <a:pt x="1365392" y="1716124"/>
                  <a:pt x="1381504" y="1682031"/>
                  <a:pt x="1404055" y="1685813"/>
                </a:cubicBezTo>
                <a:cubicBezTo>
                  <a:pt x="1404318" y="1685858"/>
                  <a:pt x="1404573" y="1685903"/>
                  <a:pt x="1404835" y="1685956"/>
                </a:cubicBezTo>
                <a:cubicBezTo>
                  <a:pt x="1426831" y="1690301"/>
                  <a:pt x="1436565" y="1719951"/>
                  <a:pt x="1462035" y="1723696"/>
                </a:cubicBezTo>
                <a:cubicBezTo>
                  <a:pt x="1487806" y="1727486"/>
                  <a:pt x="1529681" y="1712327"/>
                  <a:pt x="1549013" y="1697182"/>
                </a:cubicBezTo>
                <a:cubicBezTo>
                  <a:pt x="1558491" y="1689745"/>
                  <a:pt x="1569523" y="1682316"/>
                  <a:pt x="1580209" y="1677566"/>
                </a:cubicBezTo>
                <a:cubicBezTo>
                  <a:pt x="1581627" y="1676935"/>
                  <a:pt x="1583038" y="1676350"/>
                  <a:pt x="1584442" y="1675817"/>
                </a:cubicBezTo>
                <a:cubicBezTo>
                  <a:pt x="1594002" y="1672207"/>
                  <a:pt x="1603060" y="1671089"/>
                  <a:pt x="1610220" y="1674459"/>
                </a:cubicBezTo>
                <a:cubicBezTo>
                  <a:pt x="1626325" y="1682031"/>
                  <a:pt x="1642429" y="1723689"/>
                  <a:pt x="1542566" y="1738840"/>
                </a:cubicBezTo>
                <a:moveTo>
                  <a:pt x="1599698" y="1537688"/>
                </a:moveTo>
                <a:cubicBezTo>
                  <a:pt x="1599698" y="1556337"/>
                  <a:pt x="1584577" y="1571459"/>
                  <a:pt x="1565928" y="1571459"/>
                </a:cubicBezTo>
                <a:cubicBezTo>
                  <a:pt x="1547279" y="1571459"/>
                  <a:pt x="1532158" y="1556337"/>
                  <a:pt x="1532158" y="1537688"/>
                </a:cubicBezTo>
                <a:cubicBezTo>
                  <a:pt x="1532158" y="1519040"/>
                  <a:pt x="1547279" y="1503918"/>
                  <a:pt x="1565928" y="1503918"/>
                </a:cubicBezTo>
                <a:cubicBezTo>
                  <a:pt x="1584577" y="1503918"/>
                  <a:pt x="1599698" y="1519040"/>
                  <a:pt x="1599698" y="1537688"/>
                </a:cubicBezTo>
                <a:moveTo>
                  <a:pt x="1472121" y="1455138"/>
                </a:moveTo>
                <a:cubicBezTo>
                  <a:pt x="1472121" y="1465502"/>
                  <a:pt x="1463724" y="1473900"/>
                  <a:pt x="1453360" y="1473900"/>
                </a:cubicBezTo>
                <a:cubicBezTo>
                  <a:pt x="1442996" y="1473900"/>
                  <a:pt x="1434598" y="1465502"/>
                  <a:pt x="1434598" y="1455138"/>
                </a:cubicBezTo>
                <a:cubicBezTo>
                  <a:pt x="1434598" y="1444775"/>
                  <a:pt x="1442996" y="1436377"/>
                  <a:pt x="1453360" y="1436377"/>
                </a:cubicBezTo>
                <a:cubicBezTo>
                  <a:pt x="1463724" y="1436377"/>
                  <a:pt x="1472121" y="1444775"/>
                  <a:pt x="1472121" y="1455138"/>
                </a:cubicBezTo>
                <a:moveTo>
                  <a:pt x="1179444" y="1530161"/>
                </a:moveTo>
                <a:cubicBezTo>
                  <a:pt x="1179444" y="1544668"/>
                  <a:pt x="1167684" y="1556427"/>
                  <a:pt x="1153178" y="1556427"/>
                </a:cubicBezTo>
                <a:cubicBezTo>
                  <a:pt x="1138672" y="1556427"/>
                  <a:pt x="1126912" y="1544668"/>
                  <a:pt x="1126912" y="1530161"/>
                </a:cubicBezTo>
                <a:cubicBezTo>
                  <a:pt x="1126912" y="1515655"/>
                  <a:pt x="1138672" y="1503895"/>
                  <a:pt x="1153178" y="1503895"/>
                </a:cubicBezTo>
                <a:cubicBezTo>
                  <a:pt x="1167684" y="1503895"/>
                  <a:pt x="1179444" y="1515655"/>
                  <a:pt x="1179444" y="1530161"/>
                </a:cubicBezTo>
                <a:moveTo>
                  <a:pt x="16037" y="89499"/>
                </a:moveTo>
                <a:cubicBezTo>
                  <a:pt x="18243" y="88531"/>
                  <a:pt x="20539" y="87728"/>
                  <a:pt x="22941" y="87600"/>
                </a:cubicBezTo>
                <a:cubicBezTo>
                  <a:pt x="569114" y="58693"/>
                  <a:pt x="1213439" y="842047"/>
                  <a:pt x="1315907" y="1643878"/>
                </a:cubicBezTo>
                <a:cubicBezTo>
                  <a:pt x="1318751" y="1666144"/>
                  <a:pt x="1321182" y="1688417"/>
                  <a:pt x="1323178" y="1710691"/>
                </a:cubicBezTo>
                <a:cubicBezTo>
                  <a:pt x="1326338" y="1711374"/>
                  <a:pt x="1329662" y="1711921"/>
                  <a:pt x="1333182" y="1712334"/>
                </a:cubicBezTo>
                <a:cubicBezTo>
                  <a:pt x="1365392" y="1716124"/>
                  <a:pt x="1381504" y="1682031"/>
                  <a:pt x="1404055" y="1685813"/>
                </a:cubicBezTo>
                <a:cubicBezTo>
                  <a:pt x="1404318" y="1685858"/>
                  <a:pt x="1404573" y="1685903"/>
                  <a:pt x="1404835" y="1685956"/>
                </a:cubicBezTo>
                <a:cubicBezTo>
                  <a:pt x="1402727" y="1670474"/>
                  <a:pt x="1400393" y="1654924"/>
                  <a:pt x="1397856" y="1639337"/>
                </a:cubicBezTo>
                <a:cubicBezTo>
                  <a:pt x="1273438" y="876478"/>
                  <a:pt x="635454" y="0"/>
                  <a:pt x="10994" y="73244"/>
                </a:cubicBezTo>
                <a:cubicBezTo>
                  <a:pt x="6581" y="73762"/>
                  <a:pt x="2138" y="76186"/>
                  <a:pt x="1365" y="80568"/>
                </a:cubicBezTo>
                <a:cubicBezTo>
                  <a:pt x="0" y="88366"/>
                  <a:pt x="5831" y="93971"/>
                  <a:pt x="16037" y="89499"/>
                </a:cubicBezTo>
                <a:moveTo>
                  <a:pt x="1247533" y="1655637"/>
                </a:moveTo>
                <a:cubicBezTo>
                  <a:pt x="1251570" y="1659337"/>
                  <a:pt x="1255457" y="1663149"/>
                  <a:pt x="1259090" y="1666887"/>
                </a:cubicBezTo>
                <a:cubicBezTo>
                  <a:pt x="1282046" y="1690503"/>
                  <a:pt x="1297340" y="1705107"/>
                  <a:pt x="1323178" y="1710691"/>
                </a:cubicBezTo>
                <a:cubicBezTo>
                  <a:pt x="1321182" y="1688417"/>
                  <a:pt x="1318751" y="1666144"/>
                  <a:pt x="1315907" y="1643878"/>
                </a:cubicBezTo>
                <a:cubicBezTo>
                  <a:pt x="1311501" y="1650474"/>
                  <a:pt x="1305873" y="1655457"/>
                  <a:pt x="1298113" y="1657438"/>
                </a:cubicBezTo>
                <a:cubicBezTo>
                  <a:pt x="1276980" y="1662827"/>
                  <a:pt x="1270129" y="1661543"/>
                  <a:pt x="1247533" y="1655637"/>
                </a:cubicBezTo>
                <a:moveTo>
                  <a:pt x="1532593" y="1668658"/>
                </a:moveTo>
                <a:cubicBezTo>
                  <a:pt x="1522071" y="1652553"/>
                  <a:pt x="1542364" y="1616321"/>
                  <a:pt x="1519565" y="1608846"/>
                </a:cubicBezTo>
                <a:cubicBezTo>
                  <a:pt x="1496766" y="1601372"/>
                  <a:pt x="1490252" y="1649791"/>
                  <a:pt x="1431634" y="1653529"/>
                </a:cubicBezTo>
                <a:cubicBezTo>
                  <a:pt x="1414922" y="1654594"/>
                  <a:pt x="1404573" y="1648328"/>
                  <a:pt x="1397856" y="1639337"/>
                </a:cubicBezTo>
                <a:cubicBezTo>
                  <a:pt x="1400393" y="1654924"/>
                  <a:pt x="1402727" y="1670474"/>
                  <a:pt x="1404835" y="1685956"/>
                </a:cubicBezTo>
                <a:cubicBezTo>
                  <a:pt x="1426831" y="1690301"/>
                  <a:pt x="1436565" y="1719951"/>
                  <a:pt x="1462035" y="1723696"/>
                </a:cubicBezTo>
                <a:cubicBezTo>
                  <a:pt x="1487806" y="1727486"/>
                  <a:pt x="1529681" y="1712327"/>
                  <a:pt x="1549013" y="1697182"/>
                </a:cubicBezTo>
                <a:cubicBezTo>
                  <a:pt x="1558491" y="1689745"/>
                  <a:pt x="1569523" y="1682316"/>
                  <a:pt x="1580209" y="1677566"/>
                </a:cubicBezTo>
                <a:cubicBezTo>
                  <a:pt x="1567346" y="1678301"/>
                  <a:pt x="1541178" y="1681783"/>
                  <a:pt x="1532593" y="1668658"/>
                </a:cubicBezTo>
              </a:path>
            </a:pathLst>
          </a:custGeom>
          <a:solidFill>
            <a:srgbClr val="BA5D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76959" y="3099508"/>
            <a:ext cx="1642433" cy="1925682"/>
          </a:xfrm>
          <a:custGeom>
            <a:avLst/>
            <a:gdLst/>
            <a:ahLst/>
            <a:cxnLst/>
            <a:rect l="0" t="0" r="0" b="0"/>
            <a:pathLst>
              <a:path w="1642433" h="1925682">
                <a:moveTo>
                  <a:pt x="1542572" y="1738836"/>
                </a:moveTo>
                <a:cubicBezTo>
                  <a:pt x="1464965" y="1750610"/>
                  <a:pt x="1437821" y="1844347"/>
                  <a:pt x="1433380" y="1893670"/>
                </a:cubicBezTo>
                <a:cubicBezTo>
                  <a:pt x="1433138" y="1896363"/>
                  <a:pt x="1431791" y="1898851"/>
                  <a:pt x="1429634" y="1900481"/>
                </a:cubicBezTo>
                <a:cubicBezTo>
                  <a:pt x="1396550" y="1925477"/>
                  <a:pt x="1350625" y="1925682"/>
                  <a:pt x="1317542" y="1900685"/>
                </a:cubicBezTo>
                <a:cubicBezTo>
                  <a:pt x="1315221" y="1898933"/>
                  <a:pt x="1313867" y="1896206"/>
                  <a:pt x="1313822" y="1893299"/>
                </a:cubicBezTo>
                <a:cubicBezTo>
                  <a:pt x="1312549" y="1810840"/>
                  <a:pt x="1277300" y="1711486"/>
                  <a:pt x="1217218" y="1685812"/>
                </a:cubicBezTo>
                <a:cubicBezTo>
                  <a:pt x="1190620" y="1674446"/>
                  <a:pt x="1172868" y="1661329"/>
                  <a:pt x="1181783" y="1640379"/>
                </a:cubicBezTo>
                <a:cubicBezTo>
                  <a:pt x="1192178" y="1615951"/>
                  <a:pt x="1219345" y="1630933"/>
                  <a:pt x="1242988" y="1651557"/>
                </a:cubicBezTo>
                <a:cubicBezTo>
                  <a:pt x="1244521" y="1652894"/>
                  <a:pt x="1246040" y="1654256"/>
                  <a:pt x="1247539" y="1655631"/>
                </a:cubicBezTo>
                <a:cubicBezTo>
                  <a:pt x="1251575" y="1659338"/>
                  <a:pt x="1255463" y="1663149"/>
                  <a:pt x="1259095" y="1666886"/>
                </a:cubicBezTo>
                <a:cubicBezTo>
                  <a:pt x="1282052" y="1690503"/>
                  <a:pt x="1297340" y="1705102"/>
                  <a:pt x="1323178" y="1710686"/>
                </a:cubicBezTo>
                <a:cubicBezTo>
                  <a:pt x="1326344" y="1711370"/>
                  <a:pt x="1329668" y="1711919"/>
                  <a:pt x="1333185" y="1712333"/>
                </a:cubicBezTo>
                <a:cubicBezTo>
                  <a:pt x="1365398" y="1716119"/>
                  <a:pt x="1381505" y="1682025"/>
                  <a:pt x="1404055" y="1685812"/>
                </a:cubicBezTo>
                <a:cubicBezTo>
                  <a:pt x="1404317" y="1685856"/>
                  <a:pt x="1404577" y="1685904"/>
                  <a:pt x="1404836" y="1685955"/>
                </a:cubicBezTo>
                <a:cubicBezTo>
                  <a:pt x="1426831" y="1690300"/>
                  <a:pt x="1436567" y="1719951"/>
                  <a:pt x="1462038" y="1723695"/>
                </a:cubicBezTo>
                <a:cubicBezTo>
                  <a:pt x="1487809" y="1727481"/>
                  <a:pt x="1529686" y="1712326"/>
                  <a:pt x="1549014" y="1697176"/>
                </a:cubicBezTo>
                <a:cubicBezTo>
                  <a:pt x="1558496" y="1689745"/>
                  <a:pt x="1569529" y="1682312"/>
                  <a:pt x="1580211" y="1677563"/>
                </a:cubicBezTo>
                <a:cubicBezTo>
                  <a:pt x="1581630" y="1676932"/>
                  <a:pt x="1583045" y="1676348"/>
                  <a:pt x="1584448" y="1675818"/>
                </a:cubicBezTo>
                <a:cubicBezTo>
                  <a:pt x="1594004" y="1672207"/>
                  <a:pt x="1603065" y="1671088"/>
                  <a:pt x="1610219" y="1674453"/>
                </a:cubicBezTo>
                <a:cubicBezTo>
                  <a:pt x="1626326" y="1682027"/>
                  <a:pt x="1642433" y="1723688"/>
                  <a:pt x="1542572" y="1738836"/>
                </a:cubicBezTo>
                <a:close/>
                <a:moveTo>
                  <a:pt x="1599700" y="1537685"/>
                </a:moveTo>
                <a:cubicBezTo>
                  <a:pt x="1599700" y="1556335"/>
                  <a:pt x="1584581" y="1571455"/>
                  <a:pt x="1565929" y="1571455"/>
                </a:cubicBezTo>
                <a:cubicBezTo>
                  <a:pt x="1547278" y="1571455"/>
                  <a:pt x="1532159" y="1556335"/>
                  <a:pt x="1532159" y="1537685"/>
                </a:cubicBezTo>
                <a:cubicBezTo>
                  <a:pt x="1532159" y="1519034"/>
                  <a:pt x="1547278" y="1503914"/>
                  <a:pt x="1565929" y="1503914"/>
                </a:cubicBezTo>
                <a:cubicBezTo>
                  <a:pt x="1584581" y="1503914"/>
                  <a:pt x="1599700" y="1519034"/>
                  <a:pt x="1599700" y="1537685"/>
                </a:cubicBezTo>
                <a:close/>
                <a:moveTo>
                  <a:pt x="1472123" y="1455135"/>
                </a:moveTo>
                <a:cubicBezTo>
                  <a:pt x="1472123" y="1465496"/>
                  <a:pt x="1463723" y="1473896"/>
                  <a:pt x="1453361" y="1473896"/>
                </a:cubicBezTo>
                <a:cubicBezTo>
                  <a:pt x="1443000" y="1473896"/>
                  <a:pt x="1434600" y="1465496"/>
                  <a:pt x="1434600" y="1455135"/>
                </a:cubicBezTo>
                <a:cubicBezTo>
                  <a:pt x="1434600" y="1444773"/>
                  <a:pt x="1443000" y="1436373"/>
                  <a:pt x="1453361" y="1436373"/>
                </a:cubicBezTo>
                <a:cubicBezTo>
                  <a:pt x="1463723" y="1436373"/>
                  <a:pt x="1472123" y="1444773"/>
                  <a:pt x="1472123" y="1455135"/>
                </a:cubicBezTo>
                <a:close/>
                <a:moveTo>
                  <a:pt x="1179445" y="1530158"/>
                </a:moveTo>
                <a:cubicBezTo>
                  <a:pt x="1179445" y="1544664"/>
                  <a:pt x="1167686" y="1556423"/>
                  <a:pt x="1153179" y="1556423"/>
                </a:cubicBezTo>
                <a:cubicBezTo>
                  <a:pt x="1138673" y="1556423"/>
                  <a:pt x="1126914" y="1544664"/>
                  <a:pt x="1126914" y="1530158"/>
                </a:cubicBezTo>
                <a:cubicBezTo>
                  <a:pt x="1126914" y="1515651"/>
                  <a:pt x="1138673" y="1503892"/>
                  <a:pt x="1153179" y="1503892"/>
                </a:cubicBezTo>
                <a:cubicBezTo>
                  <a:pt x="1167686" y="1503892"/>
                  <a:pt x="1179445" y="1515651"/>
                  <a:pt x="1179445" y="1530158"/>
                </a:cubicBezTo>
                <a:close/>
                <a:moveTo>
                  <a:pt x="16041" y="89496"/>
                </a:moveTo>
                <a:cubicBezTo>
                  <a:pt x="18247" y="88529"/>
                  <a:pt x="20541" y="87725"/>
                  <a:pt x="22945" y="87597"/>
                </a:cubicBezTo>
                <a:cubicBezTo>
                  <a:pt x="569116" y="58687"/>
                  <a:pt x="1213442" y="842046"/>
                  <a:pt x="1315910" y="1643878"/>
                </a:cubicBezTo>
                <a:cubicBezTo>
                  <a:pt x="1318755" y="1666138"/>
                  <a:pt x="1321181" y="1688413"/>
                  <a:pt x="1323178" y="1710686"/>
                </a:cubicBezTo>
                <a:cubicBezTo>
                  <a:pt x="1326344" y="1711370"/>
                  <a:pt x="1329668" y="1711919"/>
                  <a:pt x="1333185" y="1712333"/>
                </a:cubicBezTo>
                <a:cubicBezTo>
                  <a:pt x="1365398" y="1716119"/>
                  <a:pt x="1381505" y="1682025"/>
                  <a:pt x="1404055" y="1685812"/>
                </a:cubicBezTo>
                <a:cubicBezTo>
                  <a:pt x="1404317" y="1685856"/>
                  <a:pt x="1404577" y="1685904"/>
                  <a:pt x="1404836" y="1685955"/>
                </a:cubicBezTo>
                <a:cubicBezTo>
                  <a:pt x="1402727" y="1670467"/>
                  <a:pt x="1400399" y="1654924"/>
                  <a:pt x="1397856" y="1639332"/>
                </a:cubicBezTo>
                <a:cubicBezTo>
                  <a:pt x="1273441" y="876479"/>
                  <a:pt x="635454" y="0"/>
                  <a:pt x="10999" y="73240"/>
                </a:cubicBezTo>
                <a:cubicBezTo>
                  <a:pt x="6581" y="73758"/>
                  <a:pt x="2143" y="76183"/>
                  <a:pt x="1372" y="80565"/>
                </a:cubicBezTo>
                <a:cubicBezTo>
                  <a:pt x="0" y="88361"/>
                  <a:pt x="5834" y="93968"/>
                  <a:pt x="16041" y="89496"/>
                </a:cubicBezTo>
                <a:close/>
                <a:moveTo>
                  <a:pt x="1247539" y="1655631"/>
                </a:moveTo>
                <a:cubicBezTo>
                  <a:pt x="1251575" y="1659338"/>
                  <a:pt x="1255463" y="1663149"/>
                  <a:pt x="1259095" y="1666886"/>
                </a:cubicBezTo>
                <a:cubicBezTo>
                  <a:pt x="1282052" y="1690503"/>
                  <a:pt x="1297340" y="1705102"/>
                  <a:pt x="1323178" y="1710686"/>
                </a:cubicBezTo>
                <a:cubicBezTo>
                  <a:pt x="1321181" y="1688413"/>
                  <a:pt x="1318755" y="1666138"/>
                  <a:pt x="1315910" y="1643878"/>
                </a:cubicBezTo>
                <a:cubicBezTo>
                  <a:pt x="1311501" y="1650472"/>
                  <a:pt x="1305878" y="1655457"/>
                  <a:pt x="1298113" y="1657438"/>
                </a:cubicBezTo>
                <a:cubicBezTo>
                  <a:pt x="1276983" y="1662827"/>
                  <a:pt x="1270134" y="1661539"/>
                  <a:pt x="1247539" y="1655631"/>
                </a:cubicBezTo>
                <a:close/>
                <a:moveTo>
                  <a:pt x="1532595" y="1668652"/>
                </a:moveTo>
                <a:cubicBezTo>
                  <a:pt x="1522071" y="1652554"/>
                  <a:pt x="1542366" y="1616319"/>
                  <a:pt x="1519568" y="1608843"/>
                </a:cubicBezTo>
                <a:cubicBezTo>
                  <a:pt x="1496771" y="1601367"/>
                  <a:pt x="1490258" y="1649785"/>
                  <a:pt x="1431639" y="1653523"/>
                </a:cubicBezTo>
                <a:cubicBezTo>
                  <a:pt x="1414924" y="1654589"/>
                  <a:pt x="1404578" y="1648325"/>
                  <a:pt x="1397856" y="1639332"/>
                </a:cubicBezTo>
                <a:cubicBezTo>
                  <a:pt x="1400399" y="1654924"/>
                  <a:pt x="1402727" y="1670467"/>
                  <a:pt x="1404836" y="1685955"/>
                </a:cubicBezTo>
                <a:cubicBezTo>
                  <a:pt x="1426831" y="1690300"/>
                  <a:pt x="1436567" y="1719951"/>
                  <a:pt x="1462038" y="1723695"/>
                </a:cubicBezTo>
                <a:cubicBezTo>
                  <a:pt x="1487809" y="1727481"/>
                  <a:pt x="1529686" y="1712326"/>
                  <a:pt x="1549014" y="1697176"/>
                </a:cubicBezTo>
                <a:cubicBezTo>
                  <a:pt x="1558496" y="1689745"/>
                  <a:pt x="1569529" y="1682312"/>
                  <a:pt x="1580211" y="1677563"/>
                </a:cubicBezTo>
                <a:cubicBezTo>
                  <a:pt x="1567352" y="1678300"/>
                  <a:pt x="1541178" y="1681782"/>
                  <a:pt x="1532595" y="1668652"/>
                </a:cubicBezTo>
                <a:close/>
              </a:path>
            </a:pathLst>
          </a:custGeom>
          <a:noFill/>
          <a:ln w="11256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4984" y="817418"/>
            <a:ext cx="3621761" cy="22513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84848"/>
                </a:solidFill>
                <a:latin typeface="Roboto"/>
              </a:rPr>
              <a:t>Fragmented Data Hinders Business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62252" y="4558433"/>
            <a:ext cx="604933" cy="360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DE8431"/>
                </a:solidFill>
                <a:latin typeface="Roboto"/>
              </a:rPr>
              <a:t>Multiple
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9262" y="4558433"/>
            <a:ext cx="993886" cy="18010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5753"/>
                </a:solidFill>
                <a:latin typeface="Roboto"/>
              </a:rPr>
              <a:t>Risk Blindness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0725" y="4824845"/>
            <a:ext cx="950968" cy="27016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No real-time credit
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8427" y="5004954"/>
            <a:ext cx="852471" cy="27016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Data scattered
across platforms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2773" y="5188815"/>
            <a:ext cx="745411" cy="360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0CB15"/>
                </a:solidFill>
                <a:latin typeface="Roboto"/>
              </a:rPr>
              <a:t>No Unified
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17227" y="5188815"/>
            <a:ext cx="659461" cy="360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A5DE5"/>
                </a:solidFill>
                <a:latin typeface="Roboto"/>
              </a:rPr>
              <a:t>Delayed
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5381" y="5635336"/>
            <a:ext cx="720203" cy="40524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Incomplete
customer
understanding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8374" y="5635336"/>
            <a:ext cx="917198" cy="27016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84848"/>
                </a:solidFill>
                <a:latin typeface="Roboto"/>
              </a:rPr>
              <a:t>Manual data pulls
slow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29309" y="880782"/>
            <a:ext cx="4948517" cy="3249705"/>
          </a:xfrm>
          <a:custGeom>
            <a:avLst/>
            <a:gdLst/>
            <a:ahLst/>
            <a:cxnLst/>
            <a:rect l="0" t="0" r="0" b="0"/>
            <a:pathLst>
              <a:path w="4948517" h="3249705">
                <a:moveTo>
                  <a:pt x="454945" y="2106705"/>
                </a:moveTo>
                <a:cubicBezTo>
                  <a:pt x="435697" y="2300569"/>
                  <a:pt x="427722" y="2379706"/>
                  <a:pt x="408086" y="2572870"/>
                </a:cubicBezTo>
                <a:moveTo>
                  <a:pt x="3878176" y="2572870"/>
                </a:moveTo>
                <a:lnTo>
                  <a:pt x="3814480" y="2310652"/>
                </a:lnTo>
                <a:lnTo>
                  <a:pt x="3788838" y="2106705"/>
                </a:lnTo>
                <a:moveTo>
                  <a:pt x="994522" y="2572870"/>
                </a:moveTo>
                <a:lnTo>
                  <a:pt x="1035041" y="2106705"/>
                </a:lnTo>
                <a:moveTo>
                  <a:pt x="4459676" y="2106705"/>
                </a:moveTo>
                <a:cubicBezTo>
                  <a:pt x="4470959" y="2258728"/>
                  <a:pt x="4482547" y="2415942"/>
                  <a:pt x="4494054" y="2572870"/>
                </a:cubicBezTo>
                <a:close/>
                <a:moveTo>
                  <a:pt x="802341" y="1698811"/>
                </a:moveTo>
                <a:lnTo>
                  <a:pt x="986117" y="1640541"/>
                </a:lnTo>
                <a:lnTo>
                  <a:pt x="959223" y="1541929"/>
                </a:lnTo>
                <a:lnTo>
                  <a:pt x="1030941" y="1640541"/>
                </a:lnTo>
                <a:lnTo>
                  <a:pt x="896470" y="1730188"/>
                </a:lnTo>
                <a:lnTo>
                  <a:pt x="896470" y="1922929"/>
                </a:lnTo>
                <a:lnTo>
                  <a:pt x="690282" y="2734235"/>
                </a:lnTo>
                <a:lnTo>
                  <a:pt x="815788" y="1945341"/>
                </a:lnTo>
                <a:close/>
                <a:moveTo>
                  <a:pt x="3998258" y="1824317"/>
                </a:moveTo>
                <a:lnTo>
                  <a:pt x="3908611" y="2039470"/>
                </a:lnTo>
                <a:lnTo>
                  <a:pt x="4078941" y="2133600"/>
                </a:lnTo>
                <a:cubicBezTo>
                  <a:pt x="4102847" y="2272552"/>
                  <a:pt x="4173967" y="2600661"/>
                  <a:pt x="4267200" y="2801470"/>
                </a:cubicBezTo>
                <a:lnTo>
                  <a:pt x="4168588" y="2380129"/>
                </a:lnTo>
                <a:lnTo>
                  <a:pt x="4168588" y="2133600"/>
                </a:lnTo>
                <a:cubicBezTo>
                  <a:pt x="4185023" y="2114176"/>
                  <a:pt x="4216997" y="2066364"/>
                  <a:pt x="4213411" y="2030505"/>
                </a:cubicBezTo>
                <a:cubicBezTo>
                  <a:pt x="4209825" y="1994647"/>
                  <a:pt x="4202952" y="1967752"/>
                  <a:pt x="4199964" y="1958788"/>
                </a:cubicBezTo>
                <a:cubicBezTo>
                  <a:pt x="4186517" y="1993152"/>
                  <a:pt x="4154244" y="2069054"/>
                  <a:pt x="4132729" y="2097741"/>
                </a:cubicBezTo>
                <a:lnTo>
                  <a:pt x="3980329" y="2030505"/>
                </a:lnTo>
                <a:cubicBezTo>
                  <a:pt x="3986306" y="1975223"/>
                  <a:pt x="3998258" y="1856590"/>
                  <a:pt x="3998258" y="1824317"/>
                </a:cubicBezTo>
                <a:close/>
                <a:moveTo>
                  <a:pt x="408088" y="2572870"/>
                </a:moveTo>
                <a:cubicBezTo>
                  <a:pt x="340256" y="2778193"/>
                  <a:pt x="261345" y="3010151"/>
                  <a:pt x="215152" y="3142129"/>
                </a:cubicBezTo>
                <a:lnTo>
                  <a:pt x="0" y="3142129"/>
                </a:lnTo>
                <a:lnTo>
                  <a:pt x="0" y="3249705"/>
                </a:lnTo>
                <a:lnTo>
                  <a:pt x="4948517" y="3249705"/>
                </a:lnTo>
                <a:lnTo>
                  <a:pt x="4948517" y="3142129"/>
                </a:lnTo>
                <a:lnTo>
                  <a:pt x="4733364" y="3142129"/>
                </a:lnTo>
                <a:lnTo>
                  <a:pt x="4576482" y="2922494"/>
                </a:lnTo>
                <a:cubicBezTo>
                  <a:pt x="4554276" y="2827256"/>
                  <a:pt x="4524444" y="2700371"/>
                  <a:pt x="4494057" y="2572870"/>
                </a:cubicBezTo>
                <a:moveTo>
                  <a:pt x="3878179" y="2572870"/>
                </a:moveTo>
                <a:lnTo>
                  <a:pt x="3948952" y="2662517"/>
                </a:lnTo>
                <a:cubicBezTo>
                  <a:pt x="3945965" y="2680447"/>
                  <a:pt x="3941781" y="2744096"/>
                  <a:pt x="3948952" y="2855258"/>
                </a:cubicBezTo>
                <a:cubicBezTo>
                  <a:pt x="3956124" y="2966421"/>
                  <a:pt x="4044576" y="3092823"/>
                  <a:pt x="4087905" y="3142129"/>
                </a:cubicBezTo>
                <a:lnTo>
                  <a:pt x="833717" y="3142129"/>
                </a:lnTo>
                <a:lnTo>
                  <a:pt x="994525" y="2572870"/>
                </a:lnTo>
                <a:moveTo>
                  <a:pt x="3908610" y="233082"/>
                </a:moveTo>
                <a:cubicBezTo>
                  <a:pt x="3790574" y="207682"/>
                  <a:pt x="3529403" y="153296"/>
                  <a:pt x="3428998" y="138952"/>
                </a:cubicBezTo>
                <a:lnTo>
                  <a:pt x="3460374" y="192741"/>
                </a:lnTo>
                <a:lnTo>
                  <a:pt x="3294527" y="215152"/>
                </a:lnTo>
                <a:lnTo>
                  <a:pt x="3169022" y="210670"/>
                </a:lnTo>
                <a:cubicBezTo>
                  <a:pt x="3128680" y="204693"/>
                  <a:pt x="3042619" y="190948"/>
                  <a:pt x="3021104" y="183776"/>
                </a:cubicBezTo>
                <a:cubicBezTo>
                  <a:pt x="3050986" y="162859"/>
                  <a:pt x="3113440" y="117437"/>
                  <a:pt x="3124198" y="103094"/>
                </a:cubicBezTo>
                <a:cubicBezTo>
                  <a:pt x="2916515" y="115046"/>
                  <a:pt x="2442880" y="139849"/>
                  <a:pt x="2209798" y="143435"/>
                </a:cubicBezTo>
                <a:cubicBezTo>
                  <a:pt x="1918445" y="147917"/>
                  <a:pt x="2057398" y="134470"/>
                  <a:pt x="1860174" y="121023"/>
                </a:cubicBezTo>
                <a:lnTo>
                  <a:pt x="1887069" y="147917"/>
                </a:lnTo>
                <a:cubicBezTo>
                  <a:pt x="1855692" y="168834"/>
                  <a:pt x="1756184" y="199912"/>
                  <a:pt x="1609163" y="156882"/>
                </a:cubicBezTo>
                <a:lnTo>
                  <a:pt x="1634564" y="119527"/>
                </a:lnTo>
                <a:cubicBezTo>
                  <a:pt x="1482662" y="133472"/>
                  <a:pt x="1177064" y="164054"/>
                  <a:pt x="1169892" y="174811"/>
                </a:cubicBezTo>
                <a:lnTo>
                  <a:pt x="1326774" y="286870"/>
                </a:lnTo>
                <a:lnTo>
                  <a:pt x="1434351" y="286870"/>
                </a:lnTo>
                <a:cubicBezTo>
                  <a:pt x="1467222" y="297329"/>
                  <a:pt x="1537445" y="320040"/>
                  <a:pt x="1555374" y="327211"/>
                </a:cubicBezTo>
                <a:cubicBezTo>
                  <a:pt x="1573304" y="334383"/>
                  <a:pt x="1604680" y="348129"/>
                  <a:pt x="1618127" y="354105"/>
                </a:cubicBezTo>
                <a:lnTo>
                  <a:pt x="1967751" y="350838"/>
                </a:lnTo>
                <a:lnTo>
                  <a:pt x="2577351" y="345141"/>
                </a:lnTo>
                <a:cubicBezTo>
                  <a:pt x="2689410" y="369047"/>
                  <a:pt x="2920699" y="417755"/>
                  <a:pt x="2949386" y="421341"/>
                </a:cubicBezTo>
                <a:cubicBezTo>
                  <a:pt x="2975232" y="424572"/>
                  <a:pt x="3274669" y="411066"/>
                  <a:pt x="3464857" y="401803"/>
                </a:cubicBezTo>
                <a:cubicBezTo>
                  <a:pt x="3485772" y="400785"/>
                  <a:pt x="3505365" y="399817"/>
                  <a:pt x="3523127" y="398929"/>
                </a:cubicBezTo>
                <a:lnTo>
                  <a:pt x="3688974" y="313764"/>
                </a:lnTo>
                <a:lnTo>
                  <a:pt x="3778622" y="313764"/>
                </a:lnTo>
                <a:close/>
                <a:moveTo>
                  <a:pt x="3460374" y="192741"/>
                </a:moveTo>
                <a:lnTo>
                  <a:pt x="3428998" y="138952"/>
                </a:lnTo>
                <a:lnTo>
                  <a:pt x="3366245" y="26894"/>
                </a:lnTo>
                <a:lnTo>
                  <a:pt x="3236257" y="0"/>
                </a:lnTo>
                <a:cubicBezTo>
                  <a:pt x="3203386" y="28388"/>
                  <a:pt x="3134956" y="88750"/>
                  <a:pt x="3124198" y="103094"/>
                </a:cubicBezTo>
                <a:cubicBezTo>
                  <a:pt x="3113440" y="117437"/>
                  <a:pt x="3050986" y="162859"/>
                  <a:pt x="3021104" y="183776"/>
                </a:cubicBezTo>
                <a:cubicBezTo>
                  <a:pt x="3042619" y="190948"/>
                  <a:pt x="3128680" y="204693"/>
                  <a:pt x="3169022" y="210670"/>
                </a:cubicBezTo>
                <a:lnTo>
                  <a:pt x="3294527" y="215152"/>
                </a:lnTo>
                <a:close/>
                <a:moveTo>
                  <a:pt x="1887069" y="147917"/>
                </a:moveTo>
                <a:lnTo>
                  <a:pt x="1860174" y="121023"/>
                </a:lnTo>
                <a:lnTo>
                  <a:pt x="1783974" y="44823"/>
                </a:lnTo>
                <a:lnTo>
                  <a:pt x="1685363" y="44823"/>
                </a:lnTo>
                <a:lnTo>
                  <a:pt x="1634564" y="119527"/>
                </a:lnTo>
                <a:lnTo>
                  <a:pt x="1609163" y="156882"/>
                </a:lnTo>
                <a:cubicBezTo>
                  <a:pt x="1756184" y="199912"/>
                  <a:pt x="1855692" y="168834"/>
                  <a:pt x="1887069" y="147917"/>
                </a:cubicBezTo>
                <a:close/>
                <a:moveTo>
                  <a:pt x="3688974" y="313764"/>
                </a:moveTo>
                <a:cubicBezTo>
                  <a:pt x="3705410" y="466164"/>
                  <a:pt x="3744556" y="778136"/>
                  <a:pt x="3769657" y="806823"/>
                </a:cubicBezTo>
                <a:cubicBezTo>
                  <a:pt x="3794758" y="835510"/>
                  <a:pt x="3824939" y="875553"/>
                  <a:pt x="3836892" y="891988"/>
                </a:cubicBezTo>
                <a:cubicBezTo>
                  <a:pt x="3847351" y="989105"/>
                  <a:pt x="3876337" y="1199477"/>
                  <a:pt x="3908610" y="1264023"/>
                </a:cubicBezTo>
                <a:cubicBezTo>
                  <a:pt x="3895163" y="1201270"/>
                  <a:pt x="3868269" y="1048870"/>
                  <a:pt x="3868269" y="941294"/>
                </a:cubicBezTo>
                <a:lnTo>
                  <a:pt x="3863786" y="887505"/>
                </a:lnTo>
                <a:lnTo>
                  <a:pt x="3805516" y="793376"/>
                </a:lnTo>
                <a:lnTo>
                  <a:pt x="3778622" y="313764"/>
                </a:lnTo>
                <a:close/>
                <a:moveTo>
                  <a:pt x="2792504" y="174811"/>
                </a:moveTo>
                <a:lnTo>
                  <a:pt x="2926974" y="179294"/>
                </a:lnTo>
                <a:lnTo>
                  <a:pt x="2904563" y="188258"/>
                </a:lnTo>
                <a:lnTo>
                  <a:pt x="3016622" y="188258"/>
                </a:lnTo>
                <a:lnTo>
                  <a:pt x="2994210" y="206188"/>
                </a:lnTo>
                <a:lnTo>
                  <a:pt x="3083857" y="237564"/>
                </a:lnTo>
                <a:cubicBezTo>
                  <a:pt x="3115233" y="227105"/>
                  <a:pt x="3176193" y="207981"/>
                  <a:pt x="3169022" y="215152"/>
                </a:cubicBezTo>
                <a:cubicBezTo>
                  <a:pt x="3161850" y="222324"/>
                  <a:pt x="3070410" y="256988"/>
                  <a:pt x="3025586" y="273423"/>
                </a:cubicBezTo>
                <a:lnTo>
                  <a:pt x="3191433" y="300321"/>
                </a:lnTo>
                <a:lnTo>
                  <a:pt x="3213845" y="327211"/>
                </a:lnTo>
                <a:lnTo>
                  <a:pt x="3357280" y="327211"/>
                </a:lnTo>
                <a:lnTo>
                  <a:pt x="3204880" y="336176"/>
                </a:lnTo>
                <a:lnTo>
                  <a:pt x="3177986" y="304800"/>
                </a:lnTo>
                <a:lnTo>
                  <a:pt x="2967316" y="277905"/>
                </a:lnTo>
                <a:lnTo>
                  <a:pt x="3052480" y="246529"/>
                </a:lnTo>
                <a:lnTo>
                  <a:pt x="2940422" y="206188"/>
                </a:lnTo>
                <a:lnTo>
                  <a:pt x="2976280" y="197223"/>
                </a:lnTo>
                <a:lnTo>
                  <a:pt x="2864222" y="197223"/>
                </a:lnTo>
                <a:lnTo>
                  <a:pt x="2882151" y="188258"/>
                </a:lnTo>
                <a:close/>
                <a:moveTo>
                  <a:pt x="3370727" y="31376"/>
                </a:moveTo>
                <a:lnTo>
                  <a:pt x="3451410" y="188258"/>
                </a:lnTo>
                <a:lnTo>
                  <a:pt x="3299010" y="215152"/>
                </a:lnTo>
                <a:lnTo>
                  <a:pt x="3299010" y="161364"/>
                </a:lnTo>
                <a:lnTo>
                  <a:pt x="3281080" y="143435"/>
                </a:lnTo>
                <a:lnTo>
                  <a:pt x="3272116" y="94129"/>
                </a:lnTo>
                <a:close/>
                <a:moveTo>
                  <a:pt x="1707774" y="264460"/>
                </a:moveTo>
                <a:cubicBezTo>
                  <a:pt x="1815351" y="207084"/>
                  <a:pt x="1866151" y="198719"/>
                  <a:pt x="1878104" y="201709"/>
                </a:cubicBezTo>
                <a:lnTo>
                  <a:pt x="1936374" y="246532"/>
                </a:lnTo>
                <a:lnTo>
                  <a:pt x="2147045" y="224121"/>
                </a:lnTo>
                <a:cubicBezTo>
                  <a:pt x="2268661" y="241494"/>
                  <a:pt x="2343979" y="279912"/>
                  <a:pt x="2368923" y="298590"/>
                </a:cubicBezTo>
                <a:cubicBezTo>
                  <a:pt x="2338503" y="277109"/>
                  <a:pt x="2200508" y="246177"/>
                  <a:pt x="2133598" y="233085"/>
                </a:cubicBezTo>
                <a:lnTo>
                  <a:pt x="1922927" y="264460"/>
                </a:lnTo>
                <a:cubicBezTo>
                  <a:pt x="1906492" y="245036"/>
                  <a:pt x="1872558" y="211439"/>
                  <a:pt x="1860174" y="215154"/>
                </a:cubicBezTo>
                <a:cubicBezTo>
                  <a:pt x="1815351" y="228600"/>
                  <a:pt x="1754092" y="251013"/>
                  <a:pt x="1707774" y="264460"/>
                </a:cubicBezTo>
                <a:close/>
                <a:moveTo>
                  <a:pt x="3908610" y="233082"/>
                </a:moveTo>
                <a:lnTo>
                  <a:pt x="4128245" y="1398494"/>
                </a:lnTo>
                <a:cubicBezTo>
                  <a:pt x="4201457" y="1504576"/>
                  <a:pt x="4350570" y="1718534"/>
                  <a:pt x="4361327" y="1725705"/>
                </a:cubicBezTo>
                <a:cubicBezTo>
                  <a:pt x="4367187" y="1729611"/>
                  <a:pt x="4410544" y="1903011"/>
                  <a:pt x="4459677" y="2106705"/>
                </a:cubicBezTo>
                <a:moveTo>
                  <a:pt x="1169892" y="174811"/>
                </a:moveTo>
                <a:lnTo>
                  <a:pt x="887504" y="1196788"/>
                </a:lnTo>
                <a:lnTo>
                  <a:pt x="636492" y="1488141"/>
                </a:lnTo>
                <a:cubicBezTo>
                  <a:pt x="607093" y="1621300"/>
                  <a:pt x="534814" y="1859195"/>
                  <a:pt x="454945" y="2106705"/>
                </a:cubicBezTo>
                <a:moveTo>
                  <a:pt x="1146589" y="1141250"/>
                </a:moveTo>
                <a:cubicBezTo>
                  <a:pt x="1168152" y="1025944"/>
                  <a:pt x="1187111" y="873131"/>
                  <a:pt x="1196786" y="824752"/>
                </a:cubicBezTo>
                <a:cubicBezTo>
                  <a:pt x="1207544" y="770964"/>
                  <a:pt x="1264022" y="679823"/>
                  <a:pt x="1290916" y="640976"/>
                </a:cubicBezTo>
                <a:lnTo>
                  <a:pt x="1326774" y="286870"/>
                </a:lnTo>
                <a:moveTo>
                  <a:pt x="1434351" y="286870"/>
                </a:moveTo>
                <a:lnTo>
                  <a:pt x="1344704" y="627529"/>
                </a:lnTo>
                <a:cubicBezTo>
                  <a:pt x="1334245" y="646953"/>
                  <a:pt x="1302570" y="704625"/>
                  <a:pt x="1259539" y="779931"/>
                </a:cubicBezTo>
                <a:cubicBezTo>
                  <a:pt x="1226730" y="837347"/>
                  <a:pt x="1179676" y="1007855"/>
                  <a:pt x="1146589" y="1141250"/>
                </a:cubicBezTo>
                <a:moveTo>
                  <a:pt x="1555374" y="327211"/>
                </a:moveTo>
                <a:lnTo>
                  <a:pt x="1461245" y="833717"/>
                </a:lnTo>
                <a:lnTo>
                  <a:pt x="1618127" y="354105"/>
                </a:lnTo>
                <a:moveTo>
                  <a:pt x="2949386" y="421341"/>
                </a:moveTo>
                <a:lnTo>
                  <a:pt x="3097304" y="847164"/>
                </a:lnTo>
                <a:lnTo>
                  <a:pt x="3056963" y="419610"/>
                </a:lnTo>
                <a:moveTo>
                  <a:pt x="3523127" y="398929"/>
                </a:moveTo>
                <a:lnTo>
                  <a:pt x="3541057" y="927847"/>
                </a:lnTo>
                <a:lnTo>
                  <a:pt x="3644151" y="1030941"/>
                </a:lnTo>
                <a:cubicBezTo>
                  <a:pt x="3669552" y="1126565"/>
                  <a:pt x="3717662" y="1315122"/>
                  <a:pt x="3706904" y="1304364"/>
                </a:cubicBezTo>
                <a:cubicBezTo>
                  <a:pt x="3696146" y="1293607"/>
                  <a:pt x="3642657" y="1117600"/>
                  <a:pt x="3617257" y="1030941"/>
                </a:cubicBezTo>
                <a:lnTo>
                  <a:pt x="3514163" y="941294"/>
                </a:lnTo>
                <a:lnTo>
                  <a:pt x="3464857" y="401803"/>
                </a:lnTo>
                <a:moveTo>
                  <a:pt x="2088774" y="349625"/>
                </a:moveTo>
                <a:cubicBezTo>
                  <a:pt x="2079810" y="367554"/>
                  <a:pt x="2052916" y="414171"/>
                  <a:pt x="2017057" y="457201"/>
                </a:cubicBezTo>
                <a:cubicBezTo>
                  <a:pt x="1981198" y="500232"/>
                  <a:pt x="1909480" y="690284"/>
                  <a:pt x="1878104" y="779931"/>
                </a:cubicBezTo>
                <a:cubicBezTo>
                  <a:pt x="1878104" y="772460"/>
                  <a:pt x="1879897" y="744968"/>
                  <a:pt x="1887069" y="694766"/>
                </a:cubicBezTo>
                <a:lnTo>
                  <a:pt x="1967751" y="350838"/>
                </a:lnTo>
                <a:moveTo>
                  <a:pt x="1146589" y="1141250"/>
                </a:moveTo>
                <a:cubicBezTo>
                  <a:pt x="1138186" y="1186191"/>
                  <a:pt x="1129386" y="1225434"/>
                  <a:pt x="1120586" y="1250576"/>
                </a:cubicBezTo>
                <a:cubicBezTo>
                  <a:pt x="1127330" y="1220764"/>
                  <a:pt x="1136282" y="1182807"/>
                  <a:pt x="1146589" y="1141250"/>
                </a:cubicBezTo>
                <a:close/>
                <a:moveTo>
                  <a:pt x="3788840" y="2106705"/>
                </a:moveTo>
                <a:lnTo>
                  <a:pt x="3473822" y="1335741"/>
                </a:lnTo>
                <a:lnTo>
                  <a:pt x="2989727" y="883023"/>
                </a:lnTo>
                <a:lnTo>
                  <a:pt x="2182904" y="797858"/>
                </a:lnTo>
                <a:lnTo>
                  <a:pt x="2182904" y="739588"/>
                </a:lnTo>
                <a:lnTo>
                  <a:pt x="1967751" y="797858"/>
                </a:lnTo>
                <a:lnTo>
                  <a:pt x="1465727" y="1380564"/>
                </a:lnTo>
                <a:lnTo>
                  <a:pt x="1411939" y="1398494"/>
                </a:lnTo>
                <a:lnTo>
                  <a:pt x="1057833" y="2026023"/>
                </a:lnTo>
                <a:lnTo>
                  <a:pt x="1035041" y="2106705"/>
                </a:lnTo>
                <a:moveTo>
                  <a:pt x="2368923" y="298590"/>
                </a:moveTo>
                <a:cubicBezTo>
                  <a:pt x="2369721" y="299187"/>
                  <a:pt x="2370468" y="299765"/>
                  <a:pt x="2371163" y="300321"/>
                </a:cubicBezTo>
                <a:cubicBezTo>
                  <a:pt x="2370498" y="299751"/>
                  <a:pt x="2369751" y="299174"/>
                  <a:pt x="2368923" y="298590"/>
                </a:cubicBezTo>
                <a:close/>
                <a:moveTo>
                  <a:pt x="994525" y="2572870"/>
                </a:moveTo>
                <a:lnTo>
                  <a:pt x="833717" y="3142129"/>
                </a:lnTo>
                <a:lnTo>
                  <a:pt x="2129117" y="3142129"/>
                </a:lnTo>
                <a:lnTo>
                  <a:pt x="1967752" y="3025588"/>
                </a:lnTo>
                <a:lnTo>
                  <a:pt x="1810870" y="3039035"/>
                </a:lnTo>
                <a:lnTo>
                  <a:pt x="1586752" y="2909047"/>
                </a:lnTo>
                <a:lnTo>
                  <a:pt x="1501588" y="2729752"/>
                </a:lnTo>
                <a:lnTo>
                  <a:pt x="1272988" y="2572870"/>
                </a:lnTo>
                <a:moveTo>
                  <a:pt x="3405005" y="2572870"/>
                </a:moveTo>
                <a:lnTo>
                  <a:pt x="3379694" y="2653552"/>
                </a:lnTo>
                <a:cubicBezTo>
                  <a:pt x="3336365" y="2684929"/>
                  <a:pt x="3297218" y="2701065"/>
                  <a:pt x="3272117" y="2711823"/>
                </a:cubicBezTo>
                <a:cubicBezTo>
                  <a:pt x="3247016" y="2722581"/>
                  <a:pt x="3215341" y="2879165"/>
                  <a:pt x="3195917" y="2926976"/>
                </a:cubicBezTo>
                <a:lnTo>
                  <a:pt x="2926976" y="3097305"/>
                </a:lnTo>
                <a:lnTo>
                  <a:pt x="2743200" y="3039035"/>
                </a:lnTo>
                <a:lnTo>
                  <a:pt x="2586317" y="3142129"/>
                </a:lnTo>
                <a:lnTo>
                  <a:pt x="4087905" y="3142129"/>
                </a:lnTo>
                <a:cubicBezTo>
                  <a:pt x="4044576" y="3092823"/>
                  <a:pt x="3956124" y="2966421"/>
                  <a:pt x="3948952" y="2855258"/>
                </a:cubicBezTo>
                <a:cubicBezTo>
                  <a:pt x="3941781" y="2744096"/>
                  <a:pt x="3945965" y="2680447"/>
                  <a:pt x="3948952" y="2662517"/>
                </a:cubicBezTo>
                <a:lnTo>
                  <a:pt x="3878179" y="2572870"/>
                </a:lnTo>
                <a:moveTo>
                  <a:pt x="1035043" y="2106705"/>
                </a:moveTo>
                <a:lnTo>
                  <a:pt x="1057835" y="2026023"/>
                </a:lnTo>
                <a:lnTo>
                  <a:pt x="1411941" y="1398494"/>
                </a:lnTo>
                <a:lnTo>
                  <a:pt x="1465729" y="1380564"/>
                </a:lnTo>
                <a:lnTo>
                  <a:pt x="1967753" y="797858"/>
                </a:lnTo>
                <a:lnTo>
                  <a:pt x="2182906" y="739588"/>
                </a:lnTo>
                <a:lnTo>
                  <a:pt x="2182906" y="797858"/>
                </a:lnTo>
                <a:lnTo>
                  <a:pt x="2989729" y="883023"/>
                </a:lnTo>
                <a:lnTo>
                  <a:pt x="3473823" y="1335741"/>
                </a:lnTo>
                <a:lnTo>
                  <a:pt x="3788840" y="2106705"/>
                </a:lnTo>
                <a:moveTo>
                  <a:pt x="3450005" y="2106705"/>
                </a:moveTo>
                <a:lnTo>
                  <a:pt x="3451411" y="2102223"/>
                </a:lnTo>
                <a:lnTo>
                  <a:pt x="3554506" y="1990164"/>
                </a:lnTo>
                <a:cubicBezTo>
                  <a:pt x="3563470" y="2003611"/>
                  <a:pt x="3591261" y="2031402"/>
                  <a:pt x="3630706" y="2034988"/>
                </a:cubicBezTo>
                <a:cubicBezTo>
                  <a:pt x="3630706" y="2034988"/>
                  <a:pt x="3647311" y="1990164"/>
                  <a:pt x="3572435" y="1846729"/>
                </a:cubicBezTo>
                <a:cubicBezTo>
                  <a:pt x="3533468" y="1772083"/>
                  <a:pt x="3487270" y="1734670"/>
                  <a:pt x="3437964" y="1703294"/>
                </a:cubicBezTo>
                <a:cubicBezTo>
                  <a:pt x="3393702" y="1675127"/>
                  <a:pt x="3294529" y="1653988"/>
                  <a:pt x="3227294" y="1568823"/>
                </a:cubicBezTo>
                <a:cubicBezTo>
                  <a:pt x="3160059" y="1483658"/>
                  <a:pt x="3057861" y="1239818"/>
                  <a:pt x="3043517" y="1232647"/>
                </a:cubicBezTo>
                <a:cubicBezTo>
                  <a:pt x="3043517" y="1282849"/>
                  <a:pt x="3028576" y="1494117"/>
                  <a:pt x="3012141" y="1586752"/>
                </a:cubicBezTo>
                <a:lnTo>
                  <a:pt x="2743200" y="1138517"/>
                </a:lnTo>
                <a:cubicBezTo>
                  <a:pt x="2734235" y="1129552"/>
                  <a:pt x="2723477" y="1091004"/>
                  <a:pt x="2662517" y="1098176"/>
                </a:cubicBezTo>
                <a:cubicBezTo>
                  <a:pt x="2601557" y="1105348"/>
                  <a:pt x="2427941" y="1128058"/>
                  <a:pt x="2348753" y="1138517"/>
                </a:cubicBezTo>
                <a:lnTo>
                  <a:pt x="1927411" y="1344705"/>
                </a:lnTo>
                <a:cubicBezTo>
                  <a:pt x="1900517" y="1417917"/>
                  <a:pt x="1839557" y="1577788"/>
                  <a:pt x="1810870" y="1631576"/>
                </a:cubicBezTo>
                <a:cubicBezTo>
                  <a:pt x="1775011" y="1698811"/>
                  <a:pt x="1783976" y="1783976"/>
                  <a:pt x="1775011" y="1801905"/>
                </a:cubicBezTo>
                <a:cubicBezTo>
                  <a:pt x="1767840" y="1816249"/>
                  <a:pt x="1730188" y="1894540"/>
                  <a:pt x="1712259" y="1931894"/>
                </a:cubicBezTo>
                <a:lnTo>
                  <a:pt x="1667435" y="1559858"/>
                </a:lnTo>
                <a:cubicBezTo>
                  <a:pt x="1667435" y="1559858"/>
                  <a:pt x="1458258" y="1656976"/>
                  <a:pt x="1420906" y="1792941"/>
                </a:cubicBezTo>
                <a:cubicBezTo>
                  <a:pt x="1398828" y="1873302"/>
                  <a:pt x="1361196" y="2004606"/>
                  <a:pt x="1328186" y="2106705"/>
                </a:cubicBezTo>
                <a:moveTo>
                  <a:pt x="1272987" y="2572870"/>
                </a:moveTo>
                <a:cubicBezTo>
                  <a:pt x="1284719" y="2520444"/>
                  <a:pt x="1305346" y="2336294"/>
                  <a:pt x="1328187" y="2106705"/>
                </a:cubicBezTo>
                <a:moveTo>
                  <a:pt x="1035043" y="2106705"/>
                </a:moveTo>
                <a:lnTo>
                  <a:pt x="994525" y="2572870"/>
                </a:lnTo>
                <a:moveTo>
                  <a:pt x="3450005" y="2106705"/>
                </a:moveTo>
                <a:lnTo>
                  <a:pt x="3405006" y="2572870"/>
                </a:lnTo>
                <a:moveTo>
                  <a:pt x="3788841" y="2106705"/>
                </a:moveTo>
                <a:lnTo>
                  <a:pt x="3814481" y="2310652"/>
                </a:lnTo>
                <a:lnTo>
                  <a:pt x="3878178" y="2572870"/>
                </a:lnTo>
              </a:path>
            </a:pathLst>
          </a:custGeom>
          <a:noFill/>
          <a:ln w="13446">
            <a:solidFill>
              <a:srgbClr val="48484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79086" y="2727512"/>
            <a:ext cx="1249034" cy="107576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84848"/>
                </a:solidFill>
                <a:latin typeface="Roboto"/>
              </a:rPr>
              <a:t>Inefficient
Business
Operations due
to Fragmented
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45988" y="4368053"/>
            <a:ext cx="856272" cy="2151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E0CB15"/>
                </a:solidFill>
                <a:latin typeface="Roboto"/>
              </a:rPr>
              <a:t>Credit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4416" y="4368053"/>
            <a:ext cx="412376" cy="394447"/>
          </a:xfrm>
          <a:custGeom>
            <a:avLst/>
            <a:gdLst/>
            <a:ahLst/>
            <a:cxnLst/>
            <a:rect l="0" t="0" r="0" b="0"/>
            <a:pathLst>
              <a:path w="412376" h="394447">
                <a:moveTo>
                  <a:pt x="412376" y="394447"/>
                </a:moveTo>
                <a:lnTo>
                  <a:pt x="0" y="394447"/>
                </a:lnTo>
                <a:moveTo>
                  <a:pt x="340587" y="394447"/>
                </a:moveTo>
                <a:lnTo>
                  <a:pt x="340587" y="313764"/>
                </a:lnTo>
                <a:cubicBezTo>
                  <a:pt x="340587" y="308813"/>
                  <a:pt x="344600" y="304800"/>
                  <a:pt x="349551" y="304800"/>
                </a:cubicBezTo>
                <a:lnTo>
                  <a:pt x="385410" y="304800"/>
                </a:lnTo>
                <a:cubicBezTo>
                  <a:pt x="390361" y="304800"/>
                  <a:pt x="394375" y="308813"/>
                  <a:pt x="394375" y="313764"/>
                </a:cubicBezTo>
                <a:lnTo>
                  <a:pt x="394375" y="394447"/>
                </a:lnTo>
                <a:moveTo>
                  <a:pt x="233010" y="394447"/>
                </a:moveTo>
                <a:lnTo>
                  <a:pt x="233010" y="224117"/>
                </a:lnTo>
                <a:cubicBezTo>
                  <a:pt x="233010" y="219166"/>
                  <a:pt x="237024" y="215152"/>
                  <a:pt x="241975" y="215152"/>
                </a:cubicBezTo>
                <a:lnTo>
                  <a:pt x="277834" y="215152"/>
                </a:lnTo>
                <a:cubicBezTo>
                  <a:pt x="282785" y="215152"/>
                  <a:pt x="286798" y="219166"/>
                  <a:pt x="286798" y="224117"/>
                </a:cubicBezTo>
                <a:lnTo>
                  <a:pt x="286798" y="394447"/>
                </a:lnTo>
                <a:moveTo>
                  <a:pt x="125434" y="394447"/>
                </a:moveTo>
                <a:lnTo>
                  <a:pt x="125434" y="259976"/>
                </a:lnTo>
                <a:cubicBezTo>
                  <a:pt x="125434" y="255025"/>
                  <a:pt x="129447" y="251011"/>
                  <a:pt x="134398" y="251011"/>
                </a:cubicBezTo>
                <a:lnTo>
                  <a:pt x="170257" y="251011"/>
                </a:lnTo>
                <a:cubicBezTo>
                  <a:pt x="175208" y="251011"/>
                  <a:pt x="179222" y="255025"/>
                  <a:pt x="179222" y="259976"/>
                </a:cubicBezTo>
                <a:lnTo>
                  <a:pt x="179222" y="394447"/>
                </a:lnTo>
                <a:moveTo>
                  <a:pt x="17857" y="394447"/>
                </a:moveTo>
                <a:lnTo>
                  <a:pt x="17857" y="134470"/>
                </a:lnTo>
                <a:cubicBezTo>
                  <a:pt x="17857" y="129519"/>
                  <a:pt x="21871" y="125505"/>
                  <a:pt x="26822" y="125505"/>
                </a:cubicBezTo>
                <a:lnTo>
                  <a:pt x="62681" y="125505"/>
                </a:lnTo>
                <a:cubicBezTo>
                  <a:pt x="67632" y="125505"/>
                  <a:pt x="71645" y="129519"/>
                  <a:pt x="71645" y="134470"/>
                </a:cubicBezTo>
                <a:lnTo>
                  <a:pt x="71645" y="394447"/>
                </a:lnTo>
                <a:moveTo>
                  <a:pt x="403340" y="179294"/>
                </a:moveTo>
                <a:lnTo>
                  <a:pt x="302576" y="70713"/>
                </a:lnTo>
                <a:cubicBezTo>
                  <a:pt x="293004" y="60391"/>
                  <a:pt x="278277" y="56625"/>
                  <a:pt x="264924" y="61085"/>
                </a:cubicBezTo>
                <a:lnTo>
                  <a:pt x="198245" y="83335"/>
                </a:lnTo>
                <a:cubicBezTo>
                  <a:pt x="186463" y="87263"/>
                  <a:pt x="173487" y="84815"/>
                  <a:pt x="163946" y="76863"/>
                </a:cubicBezTo>
                <a:lnTo>
                  <a:pt x="71645" y="0"/>
                </a:lnTo>
                <a:moveTo>
                  <a:pt x="331694" y="179294"/>
                </a:moveTo>
                <a:lnTo>
                  <a:pt x="403411" y="179294"/>
                </a:lnTo>
                <a:lnTo>
                  <a:pt x="403411" y="107576"/>
                </a:lnTo>
              </a:path>
            </a:pathLst>
          </a:custGeom>
          <a:noFill/>
          <a:ln w="13446">
            <a:solidFill>
              <a:srgbClr val="E0CB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11784" y="4364887"/>
            <a:ext cx="329432" cy="402099"/>
          </a:xfrm>
          <a:custGeom>
            <a:avLst/>
            <a:gdLst/>
            <a:ahLst/>
            <a:cxnLst/>
            <a:rect l="0" t="0" r="0" b="0"/>
            <a:pathLst>
              <a:path w="329432" h="402099">
                <a:moveTo>
                  <a:pt x="90627" y="402099"/>
                </a:moveTo>
                <a:lnTo>
                  <a:pt x="90627" y="317377"/>
                </a:lnTo>
                <a:cubicBezTo>
                  <a:pt x="71941" y="300066"/>
                  <a:pt x="58909" y="277522"/>
                  <a:pt x="53234" y="252691"/>
                </a:cubicBezTo>
                <a:cubicBezTo>
                  <a:pt x="47558" y="227859"/>
                  <a:pt x="49502" y="201894"/>
                  <a:pt x="58812" y="178184"/>
                </a:cubicBezTo>
                <a:moveTo>
                  <a:pt x="232621" y="402099"/>
                </a:moveTo>
                <a:lnTo>
                  <a:pt x="232621" y="361530"/>
                </a:lnTo>
                <a:lnTo>
                  <a:pt x="252906" y="361530"/>
                </a:lnTo>
                <a:cubicBezTo>
                  <a:pt x="263665" y="361530"/>
                  <a:pt x="273984" y="357256"/>
                  <a:pt x="281593" y="349646"/>
                </a:cubicBezTo>
                <a:cubicBezTo>
                  <a:pt x="289200" y="342039"/>
                  <a:pt x="293475" y="331721"/>
                  <a:pt x="293475" y="320961"/>
                </a:cubicBezTo>
                <a:lnTo>
                  <a:pt x="293475" y="280390"/>
                </a:lnTo>
                <a:lnTo>
                  <a:pt x="319169" y="280390"/>
                </a:lnTo>
                <a:cubicBezTo>
                  <a:pt x="320815" y="280389"/>
                  <a:pt x="322436" y="279985"/>
                  <a:pt x="323892" y="279218"/>
                </a:cubicBezTo>
                <a:cubicBezTo>
                  <a:pt x="325348" y="278449"/>
                  <a:pt x="326596" y="277339"/>
                  <a:pt x="327526" y="275982"/>
                </a:cubicBezTo>
                <a:cubicBezTo>
                  <a:pt x="328459" y="274624"/>
                  <a:pt x="329045" y="273061"/>
                  <a:pt x="329239" y="271426"/>
                </a:cubicBezTo>
                <a:cubicBezTo>
                  <a:pt x="329432" y="269791"/>
                  <a:pt x="329224" y="268134"/>
                  <a:pt x="328634" y="266597"/>
                </a:cubicBezTo>
                <a:cubicBezTo>
                  <a:pt x="316394" y="234843"/>
                  <a:pt x="305869" y="204325"/>
                  <a:pt x="293046" y="178184"/>
                </a:cubicBezTo>
                <a:moveTo>
                  <a:pt x="56852" y="183423"/>
                </a:moveTo>
                <a:cubicBezTo>
                  <a:pt x="56852" y="202188"/>
                  <a:pt x="110051" y="217397"/>
                  <a:pt x="175678" y="217397"/>
                </a:cubicBezTo>
                <a:cubicBezTo>
                  <a:pt x="241304" y="217397"/>
                  <a:pt x="294504" y="202188"/>
                  <a:pt x="294504" y="183423"/>
                </a:cubicBezTo>
                <a:cubicBezTo>
                  <a:pt x="294504" y="164660"/>
                  <a:pt x="241304" y="149450"/>
                  <a:pt x="175678" y="149450"/>
                </a:cubicBezTo>
                <a:moveTo>
                  <a:pt x="95097" y="143074"/>
                </a:moveTo>
                <a:cubicBezTo>
                  <a:pt x="55589" y="143074"/>
                  <a:pt x="23560" y="111046"/>
                  <a:pt x="23560" y="71537"/>
                </a:cubicBezTo>
                <a:cubicBezTo>
                  <a:pt x="23560" y="32028"/>
                  <a:pt x="55589" y="0"/>
                  <a:pt x="95097" y="0"/>
                </a:cubicBezTo>
                <a:cubicBezTo>
                  <a:pt x="134606" y="0"/>
                  <a:pt x="166635" y="32028"/>
                  <a:pt x="166635" y="71537"/>
                </a:cubicBezTo>
                <a:cubicBezTo>
                  <a:pt x="166635" y="111046"/>
                  <a:pt x="134606" y="143074"/>
                  <a:pt x="95097" y="143074"/>
                </a:cubicBezTo>
                <a:close/>
                <a:moveTo>
                  <a:pt x="43125" y="120548"/>
                </a:moveTo>
                <a:lnTo>
                  <a:pt x="0" y="162708"/>
                </a:lnTo>
              </a:path>
            </a:pathLst>
          </a:custGeom>
          <a:noFill/>
          <a:ln w="13446">
            <a:solidFill>
              <a:srgbClr val="DE84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04838" y="4368053"/>
            <a:ext cx="1459427" cy="2151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E8431"/>
                </a:solidFill>
                <a:latin typeface="Roboto"/>
              </a:rPr>
              <a:t>Customer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2508" y="4686300"/>
            <a:ext cx="1719825" cy="3227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Roboto"/>
              </a:rPr>
              <a:t>Inability to detect early credit
risk leads to loan defaults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4838" y="4686300"/>
            <a:ext cx="1829642" cy="3227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Lack of Customer 360 hinders
cross-sell/upsell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2755" y="5336241"/>
            <a:ext cx="949559" cy="2151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E55753"/>
                </a:solidFill>
                <a:latin typeface="Roboto"/>
              </a:rPr>
              <a:t>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4344" y="5327277"/>
            <a:ext cx="412376" cy="412376"/>
          </a:xfrm>
          <a:custGeom>
            <a:avLst/>
            <a:gdLst/>
            <a:ahLst/>
            <a:cxnLst/>
            <a:rect l="0" t="0" r="0" b="0"/>
            <a:pathLst>
              <a:path w="412376" h="412376">
                <a:moveTo>
                  <a:pt x="268941" y="224117"/>
                </a:moveTo>
                <a:lnTo>
                  <a:pt x="268941" y="412376"/>
                </a:lnTo>
                <a:moveTo>
                  <a:pt x="125505" y="322729"/>
                </a:moveTo>
                <a:lnTo>
                  <a:pt x="170329" y="197223"/>
                </a:lnTo>
                <a:lnTo>
                  <a:pt x="215152" y="322729"/>
                </a:lnTo>
                <a:moveTo>
                  <a:pt x="242047" y="197223"/>
                </a:moveTo>
                <a:cubicBezTo>
                  <a:pt x="242047" y="212076"/>
                  <a:pt x="254087" y="224117"/>
                  <a:pt x="268941" y="224117"/>
                </a:cubicBezTo>
                <a:cubicBezTo>
                  <a:pt x="283794" y="224117"/>
                  <a:pt x="295835" y="212076"/>
                  <a:pt x="295835" y="197223"/>
                </a:cubicBezTo>
                <a:cubicBezTo>
                  <a:pt x="295835" y="182370"/>
                  <a:pt x="283794" y="170329"/>
                  <a:pt x="268941" y="170329"/>
                </a:cubicBezTo>
                <a:cubicBezTo>
                  <a:pt x="254087" y="170329"/>
                  <a:pt x="242047" y="182370"/>
                  <a:pt x="242047" y="197223"/>
                </a:cubicBezTo>
                <a:close/>
                <a:moveTo>
                  <a:pt x="295835" y="197223"/>
                </a:moveTo>
                <a:lnTo>
                  <a:pt x="385482" y="197223"/>
                </a:lnTo>
                <a:moveTo>
                  <a:pt x="152400" y="197223"/>
                </a:moveTo>
                <a:lnTo>
                  <a:pt x="242047" y="197223"/>
                </a:lnTo>
                <a:moveTo>
                  <a:pt x="215152" y="412376"/>
                </a:moveTo>
                <a:lnTo>
                  <a:pt x="322729" y="412376"/>
                </a:lnTo>
                <a:moveTo>
                  <a:pt x="215152" y="322729"/>
                </a:moveTo>
                <a:lnTo>
                  <a:pt x="125505" y="322729"/>
                </a:lnTo>
                <a:cubicBezTo>
                  <a:pt x="125505" y="347484"/>
                  <a:pt x="145574" y="367552"/>
                  <a:pt x="170329" y="367552"/>
                </a:cubicBezTo>
                <a:cubicBezTo>
                  <a:pt x="195084" y="367552"/>
                  <a:pt x="215152" y="347484"/>
                  <a:pt x="215152" y="322729"/>
                </a:cubicBezTo>
                <a:close/>
                <a:moveTo>
                  <a:pt x="412376" y="322729"/>
                </a:moveTo>
                <a:lnTo>
                  <a:pt x="367552" y="197223"/>
                </a:lnTo>
                <a:lnTo>
                  <a:pt x="322729" y="322729"/>
                </a:lnTo>
                <a:moveTo>
                  <a:pt x="322729" y="322729"/>
                </a:moveTo>
                <a:cubicBezTo>
                  <a:pt x="322729" y="347484"/>
                  <a:pt x="342797" y="367552"/>
                  <a:pt x="367552" y="367552"/>
                </a:cubicBezTo>
                <a:cubicBezTo>
                  <a:pt x="392308" y="367552"/>
                  <a:pt x="412376" y="347484"/>
                  <a:pt x="412376" y="322729"/>
                </a:cubicBezTo>
                <a:close/>
                <a:moveTo>
                  <a:pt x="161364" y="412376"/>
                </a:moveTo>
                <a:lnTo>
                  <a:pt x="17929" y="412376"/>
                </a:lnTo>
                <a:cubicBezTo>
                  <a:pt x="8027" y="412376"/>
                  <a:pt x="0" y="404349"/>
                  <a:pt x="0" y="394447"/>
                </a:cubicBezTo>
                <a:lnTo>
                  <a:pt x="0" y="17929"/>
                </a:lnTo>
                <a:cubicBezTo>
                  <a:pt x="0" y="8027"/>
                  <a:pt x="8027" y="0"/>
                  <a:pt x="17929" y="0"/>
                </a:cubicBezTo>
                <a:lnTo>
                  <a:pt x="179294" y="0"/>
                </a:lnTo>
                <a:cubicBezTo>
                  <a:pt x="190642" y="615"/>
                  <a:pt x="201439" y="5087"/>
                  <a:pt x="209899" y="12676"/>
                </a:cubicBezTo>
                <a:lnTo>
                  <a:pt x="274194" y="76970"/>
                </a:lnTo>
                <a:cubicBezTo>
                  <a:pt x="281783" y="85430"/>
                  <a:pt x="286255" y="96228"/>
                  <a:pt x="286870" y="107576"/>
                </a:cubicBezTo>
                <a:lnTo>
                  <a:pt x="286870" y="134470"/>
                </a:lnTo>
                <a:moveTo>
                  <a:pt x="197223" y="4392"/>
                </a:moveTo>
                <a:lnTo>
                  <a:pt x="197223" y="71717"/>
                </a:lnTo>
                <a:cubicBezTo>
                  <a:pt x="197223" y="81619"/>
                  <a:pt x="205250" y="89647"/>
                  <a:pt x="215152" y="89647"/>
                </a:cubicBezTo>
                <a:lnTo>
                  <a:pt x="282477" y="89647"/>
                </a:lnTo>
                <a:moveTo>
                  <a:pt x="53788" y="89647"/>
                </a:moveTo>
                <a:lnTo>
                  <a:pt x="98611" y="89647"/>
                </a:lnTo>
                <a:moveTo>
                  <a:pt x="53788" y="143435"/>
                </a:moveTo>
                <a:lnTo>
                  <a:pt x="152400" y="143435"/>
                </a:lnTo>
              </a:path>
            </a:pathLst>
          </a:custGeom>
          <a:noFill/>
          <a:ln w="13446">
            <a:solidFill>
              <a:srgbClr val="E557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50415" y="5327294"/>
            <a:ext cx="412376" cy="412376"/>
          </a:xfrm>
          <a:custGeom>
            <a:avLst/>
            <a:gdLst/>
            <a:ahLst/>
            <a:cxnLst/>
            <a:rect l="0" t="0" r="0" b="0"/>
            <a:pathLst>
              <a:path w="412376" h="412376">
                <a:moveTo>
                  <a:pt x="0" y="206188"/>
                </a:moveTo>
                <a:cubicBezTo>
                  <a:pt x="0" y="320062"/>
                  <a:pt x="92313" y="412376"/>
                  <a:pt x="206188" y="412376"/>
                </a:cubicBezTo>
                <a:cubicBezTo>
                  <a:pt x="320062" y="412376"/>
                  <a:pt x="412376" y="320062"/>
                  <a:pt x="412376" y="206188"/>
                </a:cubicBezTo>
                <a:cubicBezTo>
                  <a:pt x="412376" y="92313"/>
                  <a:pt x="320062" y="0"/>
                  <a:pt x="206188" y="0"/>
                </a:cubicBezTo>
                <a:cubicBezTo>
                  <a:pt x="92313" y="0"/>
                  <a:pt x="0" y="92313"/>
                  <a:pt x="0" y="206188"/>
                </a:cubicBezTo>
                <a:close/>
                <a:moveTo>
                  <a:pt x="313764" y="313764"/>
                </a:moveTo>
                <a:lnTo>
                  <a:pt x="225139" y="225157"/>
                </a:lnTo>
                <a:moveTo>
                  <a:pt x="179294" y="206188"/>
                </a:moveTo>
                <a:cubicBezTo>
                  <a:pt x="179294" y="191335"/>
                  <a:pt x="191335" y="179294"/>
                  <a:pt x="206188" y="179294"/>
                </a:cubicBezTo>
                <a:cubicBezTo>
                  <a:pt x="221041" y="179294"/>
                  <a:pt x="233082" y="191335"/>
                  <a:pt x="233082" y="206188"/>
                </a:cubicBezTo>
                <a:cubicBezTo>
                  <a:pt x="233082" y="221041"/>
                  <a:pt x="221041" y="233082"/>
                  <a:pt x="206188" y="233082"/>
                </a:cubicBezTo>
                <a:cubicBezTo>
                  <a:pt x="191335" y="233082"/>
                  <a:pt x="179294" y="221041"/>
                  <a:pt x="179294" y="206188"/>
                </a:cubicBezTo>
                <a:close/>
                <a:moveTo>
                  <a:pt x="206188" y="179294"/>
                </a:moveTo>
                <a:lnTo>
                  <a:pt x="206188" y="107576"/>
                </a:lnTo>
              </a:path>
            </a:pathLst>
          </a:custGeom>
          <a:noFill/>
          <a:ln w="13446">
            <a:solidFill>
              <a:srgbClr val="DE58A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4838" y="5336241"/>
            <a:ext cx="1037108" cy="21515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E58A9"/>
                </a:solidFill>
                <a:latin typeface="Roboto"/>
              </a:rPr>
              <a:t>Analyst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1328" y="5654488"/>
            <a:ext cx="1790977" cy="3227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84848"/>
                </a:solidFill>
                <a:latin typeface="Roboto"/>
              </a:rPr>
              <a:t>Inconsistent reporting creates
compliance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4838" y="5654488"/>
            <a:ext cx="1927833" cy="32272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84848"/>
                </a:solidFill>
                <a:latin typeface="Roboto"/>
              </a:rPr>
              <a:t>Analysts waste time reconciling
siloed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20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20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764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764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08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3FF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908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052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052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96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FFF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96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40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FFF2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340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DE84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84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FFEC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8454" y="3643313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E5575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62854" y="3581400"/>
            <a:ext cx="914400" cy="238125"/>
          </a:xfrm>
          <a:custGeom>
            <a:avLst/>
            <a:gdLst/>
            <a:ahLst/>
            <a:cxnLst/>
            <a:rect l="0" t="0" r="0" b="0"/>
            <a:pathLst>
              <a:path w="914400" h="238125">
                <a:moveTo>
                  <a:pt x="0" y="61912"/>
                </a:moveTo>
                <a:lnTo>
                  <a:pt x="740225" y="61912"/>
                </a:lnTo>
                <a:lnTo>
                  <a:pt x="740225" y="0"/>
                </a:lnTo>
                <a:lnTo>
                  <a:pt x="914400" y="119062"/>
                </a:lnTo>
                <a:lnTo>
                  <a:pt x="740225" y="238125"/>
                </a:lnTo>
                <a:lnTo>
                  <a:pt x="740225" y="176212"/>
                </a:lnTo>
                <a:lnTo>
                  <a:pt x="0" y="176212"/>
                </a:lnTo>
                <a:lnTo>
                  <a:pt x="0" y="61912"/>
                </a:lnTo>
              </a:path>
            </a:pathLst>
          </a:custGeom>
          <a:solidFill>
            <a:srgbClr val="FFE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62854" y="3581400"/>
            <a:ext cx="914400" cy="238125"/>
          </a:xfrm>
          <a:custGeom>
            <a:avLst/>
            <a:gdLst/>
            <a:ahLst/>
            <a:cxnLst/>
            <a:rect l="0" t="0" r="0" b="0"/>
            <a:pathLst>
              <a:path w="914400" h="238125">
                <a:moveTo>
                  <a:pt x="0" y="61912"/>
                </a:moveTo>
                <a:lnTo>
                  <a:pt x="740228" y="61912"/>
                </a:lnTo>
                <a:lnTo>
                  <a:pt x="740228" y="0"/>
                </a:lnTo>
                <a:lnTo>
                  <a:pt x="914400" y="119062"/>
                </a:lnTo>
                <a:lnTo>
                  <a:pt x="740228" y="238125"/>
                </a:lnTo>
                <a:lnTo>
                  <a:pt x="740228" y="176212"/>
                </a:lnTo>
                <a:lnTo>
                  <a:pt x="0" y="176212"/>
                </a:lnTo>
                <a:lnTo>
                  <a:pt x="0" y="61912"/>
                </a:lnTo>
                <a:close/>
              </a:path>
            </a:pathLst>
          </a:custGeom>
          <a:noFill/>
          <a:ln w="14287">
            <a:solidFill>
              <a:srgbClr val="DE58A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6715" y="3033713"/>
            <a:ext cx="1297933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E55753"/>
                </a:solidFill>
                <a:latin typeface="Roboto"/>
              </a:rPr>
              <a:t>Observability &amp;
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0734" y="4743450"/>
            <a:ext cx="1005925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Schema-aware,
catalog-based
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1888" y="3033713"/>
            <a:ext cx="1132284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3CC583"/>
                </a:solidFill>
                <a:latin typeface="Roboto"/>
              </a:rPr>
              <a:t>Glue Catalog
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027" y="2805113"/>
            <a:ext cx="1346444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E88E7"/>
                </a:solidFill>
                <a:latin typeface="Roboto"/>
              </a:rPr>
              <a:t>Leverage S3 for
Cost-Effective
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2240" y="2571750"/>
            <a:ext cx="1286913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Monitoring, logging,
lineage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4390" y="2400300"/>
            <a:ext cx="1324870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Least privilege +
encryption (in transit
&amp; at rest)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2925" y="2571750"/>
            <a:ext cx="1290342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Centralized schema
discovery &amp;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660" y="2343150"/>
            <a:ext cx="1115167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Durable, scalable
object storage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3045" y="1600200"/>
            <a:ext cx="5173265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AWS Native Implementation Architecture Tenets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9975" y="3948113"/>
            <a:ext cx="947442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EABDA"/>
                </a:solidFill>
                <a:latin typeface="Roboto"/>
              </a:rPr>
              <a:t>Metadata-
Driven
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6294" y="3948113"/>
            <a:ext cx="1032271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92BD39"/>
                </a:solidFill>
                <a:latin typeface="Roboto"/>
              </a:rPr>
              <a:t>Medallion
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2520" y="3948113"/>
            <a:ext cx="1077515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DE8431"/>
                </a:solidFill>
                <a:latin typeface="Roboto"/>
              </a:rPr>
              <a:t>Automation-
First 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5315" y="3948113"/>
            <a:ext cx="1149400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DE58A9"/>
                </a:solidFill>
                <a:latin typeface="Roboto"/>
              </a:rPr>
              <a:t>Performance
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4187" y="4514850"/>
            <a:ext cx="1216523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Bronze → Silver →
Gold layers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1298" y="4514850"/>
            <a:ext cx="819892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IaC + CI/CD
repeatable
deployments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172" y="4514850"/>
            <a:ext cx="1155801" cy="5143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Partitioning +
optimized
warehouse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0228" y="3033713"/>
            <a:ext cx="873328" cy="4572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E0CB15"/>
                </a:solidFill>
                <a:latin typeface="Roboto"/>
              </a:rPr>
              <a:t>Secure by
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190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7E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190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7862D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334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334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8080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478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478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8080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622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622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close/>
              </a:path>
            </a:pathLst>
          </a:custGeom>
          <a:noFill/>
          <a:ln w="14287">
            <a:solidFill>
              <a:srgbClr val="8080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766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76627" y="3729038"/>
            <a:ext cx="914400" cy="114300"/>
          </a:xfrm>
          <a:custGeom>
            <a:avLst/>
            <a:gdLst/>
            <a:ahLst/>
            <a:cxnLst/>
            <a:rect l="0" t="0" r="0" b="0"/>
            <a:pathLst>
              <a:path w="914400" h="114300">
                <a:moveTo>
                  <a:pt x="0" y="0"/>
                </a:moveTo>
                <a:lnTo>
                  <a:pt x="914400" y="0"/>
                </a:lnTo>
                <a:lnTo>
                  <a:pt x="9144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8080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91027" y="3667125"/>
            <a:ext cx="914400" cy="238125"/>
          </a:xfrm>
          <a:custGeom>
            <a:avLst/>
            <a:gdLst/>
            <a:ahLst/>
            <a:cxnLst/>
            <a:rect l="0" t="0" r="0" b="0"/>
            <a:pathLst>
              <a:path w="914400" h="238125">
                <a:moveTo>
                  <a:pt x="0" y="61912"/>
                </a:moveTo>
                <a:lnTo>
                  <a:pt x="740225" y="61912"/>
                </a:lnTo>
                <a:lnTo>
                  <a:pt x="740225" y="0"/>
                </a:lnTo>
                <a:lnTo>
                  <a:pt x="914400" y="119062"/>
                </a:lnTo>
                <a:lnTo>
                  <a:pt x="740225" y="238125"/>
                </a:lnTo>
                <a:lnTo>
                  <a:pt x="740225" y="176212"/>
                </a:lnTo>
                <a:lnTo>
                  <a:pt x="0" y="176212"/>
                </a:lnTo>
                <a:lnTo>
                  <a:pt x="0" y="61912"/>
                </a:lnTo>
              </a:path>
            </a:pathLst>
          </a:custGeom>
          <a:solidFill>
            <a:srgbClr val="EBEB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91027" y="3667125"/>
            <a:ext cx="914400" cy="238125"/>
          </a:xfrm>
          <a:custGeom>
            <a:avLst/>
            <a:gdLst/>
            <a:ahLst/>
            <a:cxnLst/>
            <a:rect l="0" t="0" r="0" b="0"/>
            <a:pathLst>
              <a:path w="914400" h="238125">
                <a:moveTo>
                  <a:pt x="0" y="61912"/>
                </a:moveTo>
                <a:lnTo>
                  <a:pt x="740228" y="61912"/>
                </a:lnTo>
                <a:lnTo>
                  <a:pt x="740228" y="0"/>
                </a:lnTo>
                <a:lnTo>
                  <a:pt x="914400" y="119062"/>
                </a:lnTo>
                <a:lnTo>
                  <a:pt x="740228" y="238125"/>
                </a:lnTo>
                <a:lnTo>
                  <a:pt x="740228" y="176212"/>
                </a:lnTo>
                <a:lnTo>
                  <a:pt x="0" y="176212"/>
                </a:lnTo>
                <a:lnTo>
                  <a:pt x="0" y="61912"/>
                </a:lnTo>
                <a:close/>
              </a:path>
            </a:pathLst>
          </a:custGeom>
          <a:noFill/>
          <a:ln w="14287">
            <a:solidFill>
              <a:srgbClr val="8080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5586" y="1228725"/>
            <a:ext cx="5693273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AWS Native Analytics Stack: Key Benefits and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872" y="1971675"/>
            <a:ext cx="1112786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7F64EA"/>
                </a:solidFill>
                <a:latin typeface="Roboto"/>
              </a:rPr>
              <a:t>Comprehensive
analytics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4679" y="1971675"/>
            <a:ext cx="1000725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Adaptable data
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7556" y="2143125"/>
            <a:ext cx="1292571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Accelerated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003" y="2433638"/>
            <a:ext cx="1298524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886AFF"/>
                </a:solidFill>
                <a:latin typeface="Roboto"/>
              </a:rPr>
              <a:t>AWS-native
end-to-end
analytics stack
(S3 + Glue +
Redshift)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4371" y="2433638"/>
            <a:ext cx="1361332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Flexible
ETL/ELT with
metadata-
driven
transformations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5368" y="2433638"/>
            <a:ext cx="1257004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Faster time-to-
insight across
ingestion →
warehouse →
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2460" y="4033838"/>
            <a:ext cx="1156249" cy="6858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Scalable, low-
cost storage
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0876" y="4033838"/>
            <a:ext cx="1197025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High-
performance
SQL analytics
for BI &amp;
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9477" y="4033838"/>
            <a:ext cx="1337519" cy="1143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484848"/>
                </a:solidFill>
                <a:latin typeface="Roboto"/>
              </a:rPr>
              <a:t>Seamless
integration with
BI &amp;
downstream
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0855" y="4829175"/>
            <a:ext cx="919610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Cost-effective
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7257" y="5286375"/>
            <a:ext cx="1204321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Powerful analytics
capabilities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5989" y="5286375"/>
            <a:ext cx="764533" cy="3429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84848"/>
                </a:solidFill>
                <a:latin typeface="Roboto"/>
              </a:rPr>
              <a:t>Seamless
connectivity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